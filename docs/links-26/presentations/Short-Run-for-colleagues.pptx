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One early goes the other way: the new weekday 07:00–16:00 is 9 hours, about 20 a year each, where no early today is over 8h 30m.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new times are shorter versions of today’s lates: the weekday and Sunday closers start later, the weekday 15:00–22:30 starts an hour after today’s 14:00–22:30, and the Sunday office late finishes at 22:30, not 23:25. One goes the other way: the weekday 07:00–16:00 is 9 hours, longer than any early worked today.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cover week’s days are placed later, so a full weekend is not counted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 A longer green bar is two full weekends one after the other, so the 7 weekends show as fewer bars than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24h 30m–42h 30m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all six worked today, three on a Saturday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shorter versions of today’s lates; one is a longer weekday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No early finishes before 14:00 (today 26 a year each).</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