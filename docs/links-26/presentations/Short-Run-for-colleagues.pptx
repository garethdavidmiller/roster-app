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seven at most when a cover week falls badly and its Sunday is worked as overtime, where today it is seven and can reach nine. Seven full weekends off in every 26 weeks, against four in 20 today, and never more than five weeks apart — though each person works about two more Saturdays a year. Every working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with the ticket office’s pairs and the cap on shift times they are the nine December rules every proposal is scored on. The 26-week link, its five cover weeks and the ceiling of 219 contracted days a year were set on 1 October 2026.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(set on 1 October 2026; a year here is 365 days, as the ceiling’s is).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On this link they are everyone’s figures, whichever line you start on: a year is exactly two turns of the 26 weeks, so everyone works each week twice — today’s, on 20 weeks, are averages.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One early goes the other way: the new weekday 07:00–16:00 is 9 hours, about 20 a year each, where no early today is over 8h 30m.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 has two Monday to Saturday.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the fixed rota’s, which everyone works through twice a year;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Four of the new times are shorter versions of today’s lates: the weekday and Sunday closers start later, the weekday 15:00–22:30 starts an hour after today’s 14:00–22:30, and the Sunday office late finishes at 22:30, not 23:25. One goes the other way: the weekday 07:00–16:00 is 9 hours, longer than any early worked today.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seven is the most a badly placed cover week can make it, with its Sunday worked as overtime.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 The “up to 1” beside the fatigue warnings is a 55-hour week. If a cover week’s four duties come straight after a busy week, and its Sunday is worked as overtime too, those seven days can come to 56.8 hours, which the rail industry’s guidance flags. Where the four fall, and whether the Sunday is worked, is for the roster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7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close and at 22:00.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42h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all six worked today, three on a Saturday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shorter versions of today’s lates; one is a longer weekday early.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7)</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 (up to 1)</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