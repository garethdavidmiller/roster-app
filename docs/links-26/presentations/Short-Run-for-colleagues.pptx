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six at most when a cover week falls badly, where today it is seven and can reach nine.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And every closing shift is shorter: the weekday and Saturday closers by 30 minutes, the Sunday closer by 45.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Short Run. Exactly, Short Run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Short Run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Run was built keeping the times people already work wherever that cost little. Nine of its fifteen are worked today, and it uses fewer different times overall than today’s eighteen. Several of the new times are shorter versions of today’s lates: the weekday and Sunday closers start later, and the Sunday office late finishes earlier.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Short Run gives 7 in 26, and they are never more than five weeks apart, against seven today. Five is as close as they can be: a full weekend cannot start in a cover week or the week before one, so only 16 of the 26 weeks can begin one. Nobody works more than five days in a row on the fixed rota — today it is seven — and six is the most a badly placed cover week can make it.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Short Run spreads rest days more evenly, so its best is 28. On average it is the same, 23.4 days, and at its worst it is a day better than today. Four full weeks off (Sunday to Saturday) takes at least 15 days of leave, instead of 14 at best today. Say the four-weeks figure plainly: both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Short Run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SR-26-F1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Sundays: 45 min</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24h 30m to 42h 30m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12:00–20:00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15:15–23:55</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blocks of earlies or lates up to 5 weeks, 7 if the cover weeks go the same way.</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and more at the open and the close on most days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Several of them are shorter versions of the lates you already work today.</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The least leave for four complete weeks off, Sunday to Saturday.</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Short Run,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Short Run</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Short Run · SR-26-F1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