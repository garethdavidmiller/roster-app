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keeping the times people already work wherever that cost little. Nine of its fifteen are worked today, and it uses fewer different times overall than today’s eighteen. Several of the new times are shorter versions of today’s lates: the weekday and Sunday closers start later, and the Sunday office late finishes earlier.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42h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never more than five weeks apart; the longest run of one kind is 5 weeks of lates.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of them are shorter versions of the lates you already work today.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