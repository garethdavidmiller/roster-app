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One early goes the other way: the new weekday 07:00–16:00 is 9 hours, about 20 a year each, where no early today is over 8h 30m.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on the fixed rota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Four of the new times are shorter versions of today’s lates: the weekday and Sunday closers start later, the weekday 15:00–22:30 starts an hour after today’s 14:00–22:30, and the Sunday office late finishes at 22:30, not 23:25. One goes the other way: the weekday 07:00–16:00 is 9 hours, longer than any early worked today.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cover week’s days are placed later, so a full weekend is not counted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 A longer green bar is two full weekends one after the other, so the 7 weekends show as fewer bars than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(one design in the pack keeps the 14, at other costs),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56.8 hours with 8-hour duties, and more with longer ones,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Every one is on the proposal sheet or the shortlist sheet as well, and slide 7 has the late finishes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week</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4.20</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4.19</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219.0</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218.6</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weeks run 24h 30m–42h 30m Monday to Saturday (today 25h 10m–43h 50m), and two more days a year are Saturdays.</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Saturdays a year, at time and a quarter</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26</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28</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Sunday overtime to share — each,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20</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Monday to Saturday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at 23:00 or later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at 23:00 or later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all six worked today, three on a Saturday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Blocks of earlies or lates up to 5 weeks, 7 if the cover weeks go the same way; a full weekend off comes round at least every 5 weeks.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shorter versions of today’s lates; one is a longer weekday early.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Earlies or lates in longer runs</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Up to 5 weeks of one kind, 7 if the cover weeks go the same way (today 2, up to 3).</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and 94 at 22:00 or later (today 78).</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Fewer early finishes</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No early finishes before 14:00 (today 26 a year each).</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every figure here is worked out from the rota.</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 and its tooling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