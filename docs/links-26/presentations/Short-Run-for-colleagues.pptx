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the way Familiar Nine was: keeping the times people already work wherever that cost little. Nine of its fifteen are worked today, and it uses fewer different times overall than today’s eighteen. Three of the six new ones are today’s shifts starting later — the weekday closer, the Sunday closer and the Sunday ticket-office late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Short Run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never more than five days in a row.</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