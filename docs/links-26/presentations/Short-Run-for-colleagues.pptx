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on the fixed rota — six at most when a cover week falls badly, where today it is seven and can reach nine. Seven full weekends off in every 26 weeks, against four in 20 today, and never more than five weeks apart — though each person works about two more Saturdays a year. Every week is all earlies or all lates, and 18 of the 21 working weeks keep one shift time Monday to Friday. Nine of the fifteen shift times are ones people already work. And every closing shift is shorter: the weekday and Saturday closers by 30 minutes, the Sunday closer by 45.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Short Run. Exactly, Short Run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Short Run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Run was built keeping the times people already work wherever that cost little. Nine of its fifteen are worked today, and it uses fewer different times overall than today’s eighteen. Several of the new times are shorter versions of today’s lates: the weekday and Sunday closers start later, and the Sunday office late finishes earlier.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Short Run gives 7 in 26, and they are never more than five weeks apart, against seven today. Five is as close as they can be: a full weekend cannot start in a cover week or the week before one, so only 16 of the 26 weeks can begin one. Nobody works more than five days in a row on the fixed rota — today it is seven — and six is the most a badly placed cover week can make it.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Short Run spreads rest days more evenly, so its best is 28. On average it is the same, 23.4 days, and at its worst it is a day better than today. Four full weeks off (Sunday to Saturday) takes at least 15 days of leave, instead of 14 at best today. Say the four-weeks figure plainly: all three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Short Run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SR-26-F1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6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Sundays: 45 min</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never more than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24h 30m to 42h 30m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after 23:00 (42,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after 23:00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12:00–20:00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15:15–23:55</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nothing new — every Saturday time is worked today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never more than five weeks apart; the longest run of one kind is 5 weeks of lates.</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Several of them are shorter versions of the lates you already work today.</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That is what keeps days at work to 219 a year or fewer on the same 35 hours.</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Best 14-day stretch 28 days, not 30; average as today, worst a day better.</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each one is on the full proposal sheet too.</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Short Run,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Short Run</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Short Run · SR-26-F1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