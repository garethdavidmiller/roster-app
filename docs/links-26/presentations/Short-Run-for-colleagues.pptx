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six at most when a cover week falls badly, where today it is seven and can reach nine.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Short Run. Exactly, Short Run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Short Run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Run was built keeping the times people already work wherever that cost little. Nine of its fifteen are worked today, and it uses fewer different times overall than today’s eighteen. Four of the six new ones are today’s shifts starting later — the weekday closer, the Sunday closer, and the ticket-office late on weekdays and on Sundays — so they are shorter, not longer.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Short Run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six is the most a badly placed cover week can make it.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A weekday has 7 earlies and 8 lates; a Saturday 7 and 7; a Sunday 5 and 5. Sundays: today 8 Sunday duties across 16 working weeks, Short Run 10 across 21 — about the same share of working weeks. With six more people to share them, that is about one fewer Sunday a year each (20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Short Run spreads rest days more evenly, so its best is 28. On average it is the same, 23.4 days, and at its worst it is a day better than today. Four full weeks off (Sunday to Saturday) takes at least 15 days of leave, instead of 14 at best today.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Short Run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SR-26-F1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7 in 26</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at most 5 weeks apart</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219</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no more contracted days than today.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 little — about 42 a year each, against 39 today</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Three more late finishes a year — the fewest the rules allow — and every closer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08:00–16:30 · 12:00–20:00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in 26</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Seven weekends off in 26,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much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About 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Saturday and Sunday split evenly; a weekday has one more late than early.</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(settled 28 Sep 2026).</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the same balance.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at most 4 days of leave,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Four are today’s lates starting later, so shorter.</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Average as today, and the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Five cover weeks</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Spaced evenly: weeks 1, 6, 11, 16 and 21.</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Short Run,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Short Run</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7 in 26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Short Run · SR-26-F1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