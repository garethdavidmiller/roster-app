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 And the early finishes, as plainly as the closers: the 13:35 and 13:45 go, and a weekday 06:20 early on the floor ends at 14:50 — slide 6 says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 Then say the cost before anyone asks: the 13:35 and 13:45 finishes go. On a weekday the 06:20 early on the floor ends at 14:50; today about 26 earlies a year each finish before 14:00, here none. The week’s total is fixed, so the minutes taken off the lates go on the earlies: earlies average 8h 26m (today 7h 59m), lates 8h 06m (today 8h 29m), and the longest early turn goes from 8h 30m to 9h 00m. Everyone works every line in turn, so the people who lose the early finishes are the people whose lates get shorter. Asked whether a 13:45 can come back: only if a late gets longer — each 06:20–14:50 made 06:20–13:45 turns one 15:00–22:30 into 13:55–22:30 the same day. Tested on this rota: two a weekday — today’s number — still meet every rule, with no fatigue warning and the same weekends; the cost is those lates and one more shift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 The early finishes are the cost most people will raise first, so this slide names them; the full sheet lists 06:20–13:35 and 06:20–13:45 as dropped (page 4). The two minutes on the average shift are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Closers get shorter, earlies longer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06:20 early on the floor ends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13:35 · 13:45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14:50</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same 35 hours, moved from the lates to the earlies: 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The 13:35 and 13:45 finishes go</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No weekday 06:20 ends before 14:20. Each 13:45 back makes a late 1h 05m longer.</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