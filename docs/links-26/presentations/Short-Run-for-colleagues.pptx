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in a row,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the handovers, Sunday duties of 8 to 9 hours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What moves is the premium pay. Saturdays in the contract are paid at time and a quarter, and each person is rostered about 28 a year instead of 26 — about 17 more Saturday hours a year, worth 4.2 hours’ pay. Sundays stay overtime, paid at time and a half: 10 a week shared among 26 people instead of 8 among 20, so about 20 each a year against 21, and a little shorter — about 167 Sunday hours a year each against 177, worth 15.7 hours’ pay less. Together, someone who works their full share of Sundays is 11.5 hours’ pay a year worse off, roughly £250 at the CEA rate of £21.49; someone who works no Sunday overtime is 4.2 hours’ pay better off. The Saturday and Sunday counts are the link’s fixed duties and leave out anything later given in a cover week. The rostered Saturdays are everyone’s, whichever line you start on: a year is exactly two turns of the 26 weeks, so everyone works each week twice — today’s, on 20 weeks, are averages. How much Sunday overtime each person works is up to them, as now. None of this is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One early goes the other way: the new weekday 07:00–16:00 is 9 hours, about 20 a year each, where no early today is over 8h 30m.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on the fixed rota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new times are shorter versions of today’s lates: the weekday and Sunday closers start later, the weekday 15:00–22:30 starts an hour after today’s 14:00–22:30, and the Sunday office late finishes at 22:30, not 23:25. One goes the other way: the weekday 07:00–16:00 is 9 hours, longer than any early worked today. Some known times move day: the Saturday’s 08:00–16:30, 14:00–22:30 and 15:15–23:55 are worked today only on weekdays, and the weekday 06:20–14:50 and 12:00–20:00 only on a Saturday.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cover week’s days are placed later, so a full weekend is not counted in a cover week or the week before one, which leaves 16 of the 26 weeks able to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one shift time Monday to Friday, against 7 of 16 today. Rest days mostly come in pairs: 22 of the 26 rest-day breaks are two days and the other four single days, none longer; today 13 of 17 are two days or more, five of them three or four days (about 13 a year each). Single rest days stay at four, as today, so fewer a year each: about 8, against 10.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(one design in the pack keeps the 14, at other costs),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with 8-hour duties, and more with longer ones,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Every one is on the proposal sheet or the shortlist sheet as well, and slide 7 has the late finishes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weeks run 24h 30m–42h 30m Monday to Saturday (today 25h 10m–43h 50m), and two more days a year are Saturdays.</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 hours. Two more Saturdays at time and a quarter, less Sunday overtime: about £250 a year less if you work your share of Sundays.</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Monday to Saturday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at 23:00 or later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at 23:00 or later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all six worked today, three on a Saturday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shift time, Monday to Friday</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in a row,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shorter versions of today’s lates, a longer weekday early and the 9-hour Sunday early.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Earlies or lates in longer runs</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Up to 5 weeks of one kind, 7 if the cover weeks go the same way (today 2, up to 3).</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in a row,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and 94 at 22:00 or later (today 78).</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Fewer early finishes</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No early finishes before 14:00 (today 26 a year each).</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every figure here is worked out from the rota.</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 and its tooling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