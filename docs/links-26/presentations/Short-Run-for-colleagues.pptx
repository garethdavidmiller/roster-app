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Short Run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never more than five days in a row.</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