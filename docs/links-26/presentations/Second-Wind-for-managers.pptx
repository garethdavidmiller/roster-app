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Second Wind</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29.1</c:v>
                </c:pt>
                <c:pt idx="1">
                  <c:v>12.7</c:v>
                </c:pt>
                <c:pt idx="2">
                  <c:v>29</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verbally on 29 September 2026: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five cover weeks as evenly spaced as 26 weeks allow, and weekday closers starting at 15:45. Second Wind meets all three. It also stays under the ceiling of 219 contracted days a year agreed on 1 October 2026, at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Second Wind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 Three to the close every day is the minimum, and Second Wind rosters exactly that, which is what keeps its late finishes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Against today’s link, Second Wind’s score is a little over half on weekdays, about a fifth on a Saturday and about two-fifths on a Sunday; lower is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44,100 minutes across the 21 working weeks — so no overtime is needed to balance the Monday-to-Saturday week. Individual weeks range from 24h 20m to 42h 30m; only the average is the contract, as today. Five cover weeks keep about the same share of the link as today’s four in 20 (one week in 5.2, against one in 5). Sunday is not contracted, so the ten Sunday duties are worked as rest-day overtime, exactly as today’s eight are. The two extra Sunday overtime duties a week come from the Sunday staffing of ten, confirmed verbally — any link that meets the rules needs them. The 26-week link, its five cover weeks and the ceiling of 219 contracted days a year were agreed on 1 October 2026; Second Wind gives 218.6.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staffing rule and keeps the shift times people already work wherever that cost little — nine of its fifteen are worked today, and none on a Saturday is new. Its seven full weekends off in 26 weeks are never more than five weeks apart, which is as close as the five cover weeks allow; today it is four in 20, up to seven weeks apart. The honest cost is late finishes, and it is the smallest one possible: the December staffing needs three to the close every day, and only those three finish after 23:00, so finishes at 23:00 or later go from about 39 to 42 a year each. Every closing shift is 30 to 45 minutes shorter. Six shift times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stay at 219 a year (218.6 exactly; Monday to Saturday; Sunday is overtime), under the ceiling agreed on 1 October 2026. Late finishes average about three more a year each, all of them from the December staffing — three to the close every day, where today’s weekdays have two — so no link meeting the same rules on 26 weeks could have fewer. Full weekends off are seven in 26 and never more than five weeks apart. Four of the 21 working weeks mix earlies and lates, against seven in 16 today — the price of spreading the weekends. The average shift is about two minutes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Wind</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26 weeks · code SW-26-F1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rostered exactly, on average</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in the fixed rota · today 4</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26</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 and no avoidable fatigue warnings in the fixed rota.</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26</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5 — 1 week in 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Six more people, 35 hours a week on average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Wind</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fixed rota</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Rest and run limits met with room to spare; no avoidable fatigue warnings in the fixed rota.</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Second Wind?</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Weekends never more than five weeks apart, and the fewest late finishes the rules allow</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Seven full weekends off in 26, never more than five weeks apart</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7</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9 of its 15 shift times are worked today</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shift over 9 hours, and every closing shift is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 in the fixed rota</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 three more late finishes a year each (42, today 39) — the rules’ minimum.</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7 weekends off, at most 5 weeks apart</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7)</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30–45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9 of the 15 shift times already worked</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20m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Late finishes: 42 a year (today 39)</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6 new shift times to learn</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mix earlies and lates (today 7 of 16)</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27 days, not 30</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Four weeks off takes 15 days’ leave at best, not 14</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late finishes to be the first question — the colleague deck answers it openly.</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verbally (29 Sep and 1 Oct 2026),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26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Six more than today, with five cover weeks.</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 Sunday work stays overtime.</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Wind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Second Wind · SW-26-F1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Wind — the December 2026 CEA link, for managers</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