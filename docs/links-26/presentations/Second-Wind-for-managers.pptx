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Wind</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Wind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Wind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Wind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Wind’s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20m to 42h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Wind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The average shift is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Wind</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SW-26-F1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Wind</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Wind?</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Weekends never more than five weeks apart,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27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Wind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Wind · SW-26-F1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Wind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