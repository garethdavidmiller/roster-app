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Nothing Monday to Saturday is longer than 8h 30m — today the closers run to 8h 40m and 9h 10m — and every early shift Monday to Saturday is a time people already work, though two of the weekday ones are worked today only at the weekend.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Eight of the thirteen shift times are ones people already work, today’s 13:45 finish among them. And every closing shift is shorter: the weekday closer by 30 minutes, the Saturday closer by an hour and the Sunday closer by 45 minutes. Say the leave cost here too, before anyone asks: four full weeks off in a row,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the handovers, Sunday duties of 8 to 9 hours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Even Step’s. Exactly, Even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What moves is the premium pay. Saturdays in the contract are paid at time and a quarter, and each person is rostered about 28 a year instead of 26 — about 15 more Saturday hours a year, worth 3.8 hours’ pay. Sundays stay overtime, paid at time and a half: 10 a week shared among 26 people instead of 8 among 20, so about 20 each a year against 21, and a little shorter — about 167 Sunday hours a year each against 177, worth 15.7 hours’ pay less. Together, someone who works their full share of Sundays is 11.9 hours’ pay a year worse off, roughly £250 at the CEA rate of £21.49; someone who works no Sunday overtime is 3.8 hours’ pay better off. The Saturday and Sunday counts are the link’s fixed duties and leave out anything later given in a cover week. The rostered Saturdays are everyone’s, whichever line you start on: a year is exactly two turns of the 26 weeks, so everyone works each week twice — today’s, on 20 weeks, are averages. How much Sunday overtime each person works is up to them, as now. None of this is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Nothing Monday to Saturday runs over 8h 30m: every early from Monday to Saturday is a time worked today, and the weekday lates are 8h 30m and 8h 15m. But the time the closers lose goes onto the other shifts, so more of them run to the full 8h 30m than today — four of the seven weekday earlies, where today two of six do. The one shift over 8h 30m anywhere is the Sunday 09:00–18:00, 9 hours, worked as overtime about twice a year each.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Even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on the office’s own 14:00–22:30. Early 06:20 starts hardly change. And because the shortest gap between two shifts is 14h 35m, nobody on the fixed rota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Step was built keeping the times people already work wherever that cost little, and keeping every early Monday to Saturday one of them. Eight of its thirteen are worked today, and it uses fewer different times overall than today’s eighteen. Today’s 06:20–13:45 stays on every weekday, and today’s 06:20–14:00 on a Saturday. Three of the new times are shorter versions of today’s lates: the weekday and Saturday closers start at 15:45 and the Sunday closer at 15:15, and the Sunday office late finishes at 22:30, not 23:25. The weekday 12:15–20:30 is a new late, 8h 15m, and the Sunday 09:00–18:00 is new. Some known times move day: the weekday earlies 06:20–14:50 and 07:15–15:45 are worked today only on a Saturday and a Sunday, and the Saturday’s 06:20–14:20, 08:00–16:30 and 14:00–22:30 only on weekdays.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Step gives 7 in 26, and they are never more than five weeks apart, against seven today. Five is as close as they can be: a cover week’s days are placed later, so a full weekend is not counted in a cover week or the week before one, which leaves 16 of the 26 weeks able to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one shift time Monday to Friday, against 7 of 16 today. Rest days mostly come in pairs: 22 of the 26 rest-day breaks are two days and the other four single days, none longer; today 13 of 17 are two days or more, five of them three or four days (about 13 a year each). Single rest days stay at four, as today, so fewer a year each: about 8, against 10.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(one design in the pack keeps the 14, at other costs),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with 8-hour duties, and more with longer ones,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Every one is on the proposal sheet or the shortlist sheet as well, and slide 7 has the late finishes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ES-26-T5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13</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5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nothing over 8h 30m Monday to Saturday,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weeks run 25h 30m–41h 30m Monday to Saturday (today 25h 10m–43h 50m), and two more days a year are Saturdays.</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 hours. Two more Saturdays at time and a quarter, less Sunday overtime: about £250 a year less if you work your share of Sundays.</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nothing Monday to Saturday runs over 8h 30m, and nothing at all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at 23:00 or later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at 23:00 or later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13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(5)</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12:15–20:30 — a new late, 8h 15m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(13, not 18) — and no early Monday to Saturday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shift time, Monday to Friday</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in a row,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shorter versions of today’s lates, a new 8h 15m late and the 9-hour Sunday early.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Earlies or lates in longer runs</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Up to 5 weeks of one kind, 7 if the cover weeks go the same way (today 2, up to 3).</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in a row,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and 94 at 22:00 or later (today 78).</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Fewer early finishes</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10 a year each finish before 14:00 (today 26).</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every figure here is worked out from the rota.</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13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Step · ES-26-T5 · every figure worked out from the rota by the Marylebone Roster app and its tooling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