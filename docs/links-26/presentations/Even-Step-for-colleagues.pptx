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Nothing Monday to Saturday is longer than 8h 30m — today the closers run to 8h 40m and 9h 10m — and every early shift Monday to Saturday is a time people already work.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Eight of the thirteen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Even Step’s. Exactly, Even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Nothing else Monday to Saturday gets longer either: every early is a time worked today, none longer than 8h 30m, and the weekday lates are 8h 30m and 8h 15m. The one shift over 8h 30m anywhere is the Sunday 09:00–18:00, 9 hours, worked as overtime about twice a year each.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Even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on the office’s own 14:00–22:30. Early 06:20 starts hardly change. And because the shortest gap between two shifts is 14h 35m,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Step was built keeping the times people already work wherever that cost little, and keeping every early Monday to Saturday one of them. Eight of its thirteen are worked today, and it uses fewer different times overall than today’s eighteen. Today’s 06:20–13:45 stays on every weekday, and today’s 06:20–14:00 on a Saturday. Three of the new times are shorter versions of today’s lates: the weekday and Saturday closers start at 15:45 and the Sunday closer at 15:15, and the Sunday office late finishes at 22:30, not 23:25. The weekday 12:15–20:30 is a new late, 8h 15m,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56.8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ES-26-T5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13</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5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nothing over 8h 30m Monday to Saturday,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nothing Monday to Saturday runs over 8h 30m, and nothing at all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13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(5)</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12:15–20:30 — a new late, 8h 15m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(13, not 18) — and no early Monday to Saturday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no early Monday to Saturday is new.</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13 (8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Step · ES-26-T5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