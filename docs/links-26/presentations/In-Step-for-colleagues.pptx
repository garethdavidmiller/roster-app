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In Step’s. Exactly, In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Some earlies go the other way: two new weekday earlies, 06:20–15:15 and 07:00–15:45, are 8h 55m and 8h 45m, each about 20 a year — 40 in all — where no early today is longer than 8h 30m.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In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35m, nobody on the fixed rota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was built keeping the times people already work wherever that cost little. Nine of its fifteen are worked today, and it uses fewer different times overall than today’s eighteen. Today’s 06:20–13:45 stays on every weekday, and today’s 06:20–13:35 moves to a Saturday. Three of the new times are shorter versions of today’s lates: the weekday and Saturday closers start at 15:45 and the Sunday closer at 15:15, and the Sunday office late finishes at 22:30, not 23:25 — the same 14:30–22:30 is a new weekday late too, ending with the ticket office. Two new weekday earlies, 06:20–15:15 and 07:00–15:45, are longer than any early worked today, and the Sunday 09:00–18:00 is new.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In Step gives 7 in 26, and they are never more than five weeks apart, against seven today. Five is as close as they can be: a cover week’s days are placed later, so a full weekend is not counted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 A longer green bar is two full weekends one after the other, so the 7 weekends show as fewer bars than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In Step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(one design in the pack keeps the 14, at other costs),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In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56.3 hours with 8-hour duties, and more with longer ones,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Every one is on the proposal sheet or the shortlist sheet as well, and slide 7 has the late finishes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IS-26-T4</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weeks run 25h 30m–41h 05m Monday to Saturday (today 25h 10m–43h 50m), and two more days a year are Saturdays.</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the longest early Monday to Saturday goes from 8h 30m to 8h 55m,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at 23:00 or later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at 23:00 or later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06:20–13:35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06:20–15:15 and 07:00–15:45 — new earlies, 8h 55m and 8h 45m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 (also a weekday time)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two are longer weekday earlies.</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Earlies or lates in longer runs</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Up to 5 weeks of one kind, 7 if the cover weeks go the same way (today 2, up to 3).</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and 94 at 22:00 or later (today 78).</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Fewer early finishes</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12 a year each finish before 14:00 (today 26).</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every figure here is worked out from the rota.</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In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In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In Step · IS-26-T4 · every figure worked out from the rota by the Marylebone Roster app and its tooling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