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In Step’s. Exactly, In Step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Some earlies go the other way: two new weekday earlies, 06:20–15:15 and 07:00–15:45, are 8h 55m and 8h 45m, where no early today is longer than 8h 30m.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With In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Step was built keeping the times people already work wherever that cost little. Nine of its fifteen are worked today, and it uses fewer different times overall than today’s eighteen. Today’s 06:20–13:45 stays on every weekday, and today’s 06:20–13:35 moves to a Saturday. Three of the new times are shorter versions of today’s lates: the weekday and Saturday closers start at 15:45 and the Sunday closer at 15:15, and the Sunday office late finishes at 22:30, not 23:25 — the same 14:30–22:30 is a new weekday late too, ending with the ticket office. Two new weekday earlies, 06:20–15:15 and 07:00–15:45, are longer than any early worked today, and the Sunday 09:00–18:00 is new.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In Step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In Step spreads rest days more evenly, so its best is 28. On average it is the same, 23.4 days, and at its worst it is a day better than today. Four full weeks off (Sunday to Saturday) takes at least 15 days of leave, instead of 14 at best today. Say the four-weeks figure plainly: In Step and all four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In Step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IS-26-T4</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Saturdays: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41h 05m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06:20–13:35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06:20–15:15 and 07:00–15:45 — new earlies, 8h 55m and 8h 45m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In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In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In Step · IS-26-T4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