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in a row,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the handovers, Sunday duties of 8 to 9 hours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What moves is the premium pay. Saturdays in the contract are paid at time and a quarter, and each person is rostered about 28 a year instead of 26 — about 14 more Saturday hours a year, worth 3.6 hours’ pay. Sundays stay overtime, paid at time and a half: 10 a week shared among 26 people instead of 8 among 20, so about 20 each a year against 21, and a little shorter — about 167 Sunday hours a year each against 177, worth 15.7 hours’ pay less. Together, someone who works their full share of Sundays is 12.1 hours’ pay a year worse off, roughly £250 at the CEA rate of £21.49; someone who works no Sunday overtime is 3.6 hours’ pay better off. The Saturday and Sunday counts are the link’s fixed duties and leave out anything later given in a cover week. The rostered Saturdays are everyone’s, whichever line you start on: a year is exactly two turns of the 26 weeks, so everyone works each week twice — today’s, on 20 weeks, are averages. How much Sunday overtime each person works is up to them, as now. None of this is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Some known times move day: the Saturday’s 06:20–13:35, 06:20–14:20, 08:00–16:30 and 14:00–22:30 are worked today only on weekdays, and the weekday 12:00–20:00 only on a Saturday.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cover week’s days are placed later, so a full weekend is not counted in a cover week or the week before one, which leaves 16 of the 26 weeks able to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one shift time Monday to Friday, against 7 of 16 today. Rest days mostly come in pairs: 22 of the 26 rest-day breaks are two days and the other four single days, none longer; today 13 of 17 are two days or more, five of them three or four days (about 13 a year each). Single rest days stay at four, as today, so fewer a year each: about 8, against 10.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25h 30m–41h 05m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 hours. Two more Saturdays at time and a quarter, less Sunday overtime: about £250 a year less if you work your share of Sundays.</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Monday to Saturday goes from 8h 30m to 8h 55m,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Monday to Friday</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in a row,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shorter lates, two longer weekday earlies and the 9-hour Sunday early.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in a row,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12 a year each finish before 14:00 (today 26).</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