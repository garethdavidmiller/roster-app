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seven at most when a cover week falls badly and its Sunday is worked as overtime, where today it is seven and can reach nine. Seven full weekends off in every 26 weeks, against four in 20 today, and never more than five weeks apart — though each person works about two more Saturdays a year. Every working week is all earlies or all lates, and 18 of the 21 working weeks keep one shift time Monday to Friday. Nine of the fifteen shift times are ones people already work, today’s 13:45 finish among them. And every closing shift is shorter: the weekday closer by 30 minutes, the Saturday closer by an hour and the Sunday closer by 45 minutes.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with the ticket office’s pairs and the cap on shift times they are the nine December rules every proposal is scored on. The 26-week link, its five cover weeks and the ceiling of 219 contracted days a year were set on 1 October 2026.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today’s or In Step’s. Exactly, In Step works out at 218.6 days a year: just under today’s 219, which is also the most the 26-week link is allowed (set on 1 October 2026; a year here is 365 days, as the ceiling’s is).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On this link they are everyone’s figures, whichever line you start on: a year is exactly two turns of the 26 weeks, so everyone works each week twice — today’s, on 20 weeks, are averages.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too, instead of 14:45 (8h 10m, not 9h 10m); Sunday 15:15 to 23:25 instead of 14:30 (8h 10m, not 8h 55m). Some earlies go the other way: two new weekday earlies, 06:20–15:15 and 07:00–15:45, are 8h 55m and 8h 45m, each about 20 a year — 40 in all — where no early today is longer than 8h 30m.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 has two Monday to Saturday. With In Step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 The yearly figures are the fixed rota’s, which everyone works through twice a year;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Step was built keeping the times people already work wherever that cost little. Nine of its fifteen are worked today, and it uses fewer different times overall than today’s eighteen. Today’s 06:20–13:45 stays on every weekday, and today’s 06:20–13:35 moves to a Saturday. Three of the new times are shorter versions of today’s lates: the weekday and Saturday closers start at 15:45 and the Sunday closer at 15:15, and the Sunday office late finishes at 22:30, not 23:25 — the same 14:30–22:30 is a new weekday late too, ending with the ticket office. Two new weekday earlies, 06:20–15:15 and 07:00–15:45, are longer than any early worked today, and the Sunday 09:00–18:00 is new.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In Step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seven is the most a badly placed cover week can make it, with its Sunday worked as overtime.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In Step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In Step shows none. Two more — early starts and a weekly rotation — come with every weekly link at a 06:20 station, so they are listed on the sheet for information but not counted against any design. The “up to 1” beside the fatigue warnings is a 55-hour week. If a cover week’s four duties come straight after a busy week, and its Sunday is worked as overtime too, those seven days can come to 56.3 hours, which the rail industry’s guidance flags. Where the four fall, and whether the Sunday is worked, is for the roster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IS-26-T4</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7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1 hour</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close and at 22:00.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25h 30m to 41h 05m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06:20–13:35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06:20–15:15 and 07:00–15:45 — new earlies, 8h 55m and 8h 45m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weekday closer, 1 hour later than 14:45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 (also a weekday time)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on a Saturday only the closer is new.</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shorter versions of today’s lates; two are longer weekday earlies.</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In Step,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In Step</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7)</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 (up to 1)</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In Step · IS-26-T4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