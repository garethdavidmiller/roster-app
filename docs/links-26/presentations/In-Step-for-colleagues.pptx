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 about 40 a year each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both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05m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two are longer weekday earlies.</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