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Wind. Exactly, Second Wind works out at 218.6 days a year: just under today’s 219, which is also the most the 26-week link is allowed (agreed 1 October 2026). The average shift is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Wind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Wind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Wind gives 7 in 26, and they are never more than five weeks apart, against seven today. Five is as close as they can be: a full weekend cannot start in a cover week or the week before one, so only 16 of the 26 weeks can begin one. Most weeks keep the same shift time Monday to Friday — 16 of the 21 working weeks — and all earlies or all lates, so you are not bouncing between earlies and lates inside a week. Rest days mostly come in pairs — 22 of the 26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Second Wind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Wind spreads rest days more evenly, so its best is 27.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Wind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Wind</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SW-26-F1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and weekends off never more than five weeks apart.</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16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never more than five weeks apart,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27</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27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Wind,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Wind</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Wind · SW-26-F1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Wind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