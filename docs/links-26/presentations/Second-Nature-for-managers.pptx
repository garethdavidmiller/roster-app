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Nature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Nature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Nature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Nature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Nature’s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43h 40m;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not from Second Nature — any link that meets the rules needs them. The 26-week link, its five cover weeks and the ceiling of 219 contracted days a year were agreed on 1 October 2026; Second Nature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like Familiar Nine it was built to keep the shift times people already work wherever that cost little — nine of its fifteen are worked today, and none on a Saturday is new. The honest cost is late finishes, and it is the smallest one possible: the December staffing needs three to the close every day, and in Second Nature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fall unevenly: seven in 26, but up to ten weeks apart.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Nature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SN-26-F2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Nature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Nature?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with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weeks — today four in 20</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Weekends off: 7 in 26 (today 4 in 20)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Weekends off up to 10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Nature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Nature · SN-26-F2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Nature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