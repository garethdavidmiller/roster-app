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Even Keel</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29.4</c:v>
                </c:pt>
                <c:pt idx="1">
                  <c:v>14.5</c:v>
                </c:pt>
                <c:pt idx="2">
                  <c:v>29</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verbally on 29 September 2026: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five cover weeks as evenly spaced as 26 weeks allow, and weekday closers starting at 15:45. Even Keel meets all three. It also stays under the ceiling of 219 contracted days a year agreed on 1 October 2026, at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Even Keel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 Three to the close is the minimum; Even Keel rosters exactly that on weekdays and Sundays, and four on a Saturday, which is where its two extra late finishes a year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 Against today’s link, Even Keel’s score is a little over half on weekdays, about a fifth on a Saturday and about two-fifths on a Sunday; lower is closer. The score is a measure of the day’s shape only — not a staffing requirement or a passenger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44,100 minutes across the 21 working weeks — so no overtime is needed to balance the Monday-to-Saturday week. Individual weeks range from 24h 30m to 41h 30m; only the average is the contract, as today. Five cover weeks keep about the same share of the link as today’s four in 20 (one week in 5.2, against one in 5). Sunday is not contracted, so the ten Sunday duties are worked as rest-day overtime, exactly as today’s eight are. The two extra Sunday overtime duties a week come from the Sunday staffing of ten, confirmed verbally — any link that meets the rules needs them. The 26-week link, its five cover weeks and the ceiling of 219 contracted days a year were agreed on 1 October 2026; Even Keel gives 218.6.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 Early starts and a weekly rotation come with every link, so they are not counted. The written source of the 13-day limit is still to be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18 of its 21 working weeks keep one shift time Monday to Friday, where today it is seven weeks in 16, and only one week mixes earlies and lates. No working week is over 41h 30m Monday to Saturday, the shortest rest is 14h 35m, and nobody works more than five days in a row in the fixed duties. Its seven full weekends off in 26 weeks are never more than five weeks apart, as close as the five cover weeks allow. The honest costs: finishes at 23:00 or later go from about 39 to 44 a year each — three of those from the December staffing and two from a Saturday with four to the close — and seven shift times are new, eight already worked. Every closing shift is 30 to 45 minutes shorter.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stay at 219 a year (218.6 exactly; Monday to Saturday; Sunday is overtime), under the ceiling agreed on 1 October 2026. Late finishes average about five more a year each: three from the December staffing — three to the close every day, where today’s weekdays have two — and two from a Saturday with four to the close. Full weekends off are seven in 26 and never more than five weeks apart; 18 of the 21 working weeks keep one shift time. The average shift is about two minutes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Even Keel</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26 weeks · code EK-26-H1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contracted hours a week</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rostered exactly, Mon–Sat average</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26</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15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7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every day. The score: hour by hour, how far staffing sits from the trains; 0 would track them exactly.</a:t>
            </a:r>
            <a:endParaRPr lang="en-US" sz="140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26</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in 20 (1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5 in 26 (1 in 5.2)</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Six more people, 35 hours a week on average; Sunday overtime 83h 30m a week across the link (today 68h 15m).</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Even Keel</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(up to 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35m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Even Keel?</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all three shortlisted links give, what this one adds, and what it costs</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all 9 December rules and the 3 flexible ones; no fatigue warning</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about 14 full weekends off a year (today 10), at most 5 apart</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All three shortlisted: no shift over 9 hours, and every closing shift shorter</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This one adds: no week over 41h 30m, and at least 14h 35m between shifts</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15 shift times worked today; 7 new, several shorter versions of today’s lates</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Costs: 44 late finishes a year (today 39), a mixed week, four weeks off 15 days not 14</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Late finishes: 44 a year each (today 39) — two above the rules’ minimum, buying a fourth person to the Saturday close. The colleague deck shows every cost openly.</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14 full weekends off a year (today 10), at most 5 apart</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One shift time in 18 of 21 weeks (today 7 of 16)</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5 days in a row on the fixed rota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No week over 41h 30m Monday to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35m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Late finishes: 44 a year (today 39)</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7 new shift times to learn, 2 on a Saturday</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about 2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at best,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verbally, two decisions left, two points still open</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26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Six more than today, with five cover weeks.</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Open: the 13-day limit’s written source; the FF19 reading.</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Even Keel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Even Keel · EK-26-H1</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 Keel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