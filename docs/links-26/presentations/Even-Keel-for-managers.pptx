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Even Keel</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29.4</c:v>
                </c:pt>
                <c:pt idx="1">
                  <c:v>14.5</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Even Keel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Even Keel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is the minimum; Even Keel rosters exactly that on weekdays and Sundays, and four on a Saturday, which is where its two extra late finishes a year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Even Keel’s score is a little over half on weekdays, about a fifth on a Saturday and about two-fifths on a Sunday; lower is closer. The score is a measure of the day’s shape only — not a staffing requirement or a passenger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24h 30m to 41h 30m;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Even Keel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 Early starts and a weekly rotation come with every link, so they are not counted.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18 of its 21 working weeks keep one shift time Monday to Friday, where today it is seven weeks in 16, and only one week mixes earlies and lates. No working week is over 41h 30m Monday to Saturday, the shortest rest is 14h 35m, and nobody works more than five days in a row in the fixed duties. Its seven full weekends off in 26 weeks are never more than five weeks apart, as close as the five cover weeks allow. The honest costs: finishes at 23:00 or later go from about 39 to 44 a year each — three of those from the December staffing and two from a Saturday with four to the close — and seven shift times are new, eight already worked. Every closing shift is 30 to 45 minutes shorter.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five more a year each: three from the December staffing — three to the close every day, where today’s weekdays have two — and two from a Saturday with four to the close. Full weekends off are seven in 26 and never more than five weeks apart; 18 of the 21 working weeks keep one shift time.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Even Keel</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EK-26-H1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 a week</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rostered exactly, 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4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 (1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in 26 (1 in 5.2)</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Even Keel?</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all three shortlisted links give,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all 9 December rules and the 3 flexible ones; no fatigue warning</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about 14 full weekends off a year (today 10), at most 5 apart</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no shift over 9 hours, and every closing shift shorter</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no week over 41h 30m, and the longest rest between shifts, 14h 35m</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8 of 15 shift times worked today; 7 new, several shorter versions of today’s lates</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44 late finishes a year (today 39), a mixed week,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44 a year each (today 39) — two above the rules’ minimum, buying a fourth person to the Saturday close.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14 full weekends off a year (today 10), at most 5 apart</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One shift time in 18 of 21 weeks (today 7 of 16)</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At most 5 days in a row on the fixed rota (today 7)</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No week over 41h 30m Monday to Saturday</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 35m (today 12h 30m)</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Late finishes: 44 a year (today 39)</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7 new shift times to learn, 2 on a Saturday</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about 2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at best,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Even Keel · EK-26-H1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 Keel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