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30m, and the longest rest between shifts, 14h 35m</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15 shift times worked today; 7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44 late finishes a year (today 39), a mixed week,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44 a year each (today 39) — two above the rules’ minimum, buying a fourth person to the Saturday close.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