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One shift time in 18 of 21 weeks, and no week over 41h 30m</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5 days in a row in the fixed duties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five more late finishes a year each (44, today 39), and seven new shift times.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