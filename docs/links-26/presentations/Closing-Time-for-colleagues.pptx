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Every closing shift is shorter: the weekday and Saturday closers start at 16:00, 45 minutes later than today’s weekday 15:15 and 1h 15m later than Saturday’s 14:45, and the Sunday closer starts 45 minutes later, at 15:15.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17 of the 21 working weeks keep one shift time Monday to Friday. Eight of the thirteen shift times are ones people already work, today’s 13:45 finish among them.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Closing Time. Exactly, Closing Time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16:00 to 23:55 instead of 15:15 (7h 55m, not 8h 40m); Saturday 16:00 instead of 14:45 (7h 55m, not 9h 10m); Sunday 15:15 to 23:25 instead of 14:30 (8h 10m, not 8h 55m). Today’s 13:30 weekday late now runs to 22:30 with the ticket office: nine hours, where today it is eight and a half — the half hour is how the week keeps a 13:45 finish every weekday as well as the 16:00 closer.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Closing Time the only people who finish after 23:00 are those three closers, so no link that meets the rules on 26 weeks can have fewer. Finishes at 22:00 or later go up more, from 78 to 104 a year: the rules want five still on duty after 22:00, and on a weekday three 13:30 lates run to 22:30 with the ticket office — today’s 13:30–22:00, half an hour longer, which is how the week keeps a 13:45 finish every weekday as well as the 16:00 closer. Early 06:20 starts go down a little, from 62 to 58 a year.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Time was built from today’s shift times: eight of its thirteen are worked today, and it uses fewer different times overall than today’s eighteen. Today’s 06:20–13:45 stays on every weekday and is on a Saturday too; today’s 06:20–13:35 goes. Three of the new times are shorter versions of today’s lates: the weekday and Saturday closers start at 16:00, the Sunday closer at 15:15, and the Sunday office late finishes at 22:30, not 23:25. The weekday’s 13:30–22:30 is today’s 13:30–22:00 half an hour longer, ending with the ticket office. The Sunday opener stays today’s 07:15–15:45; the Sunday 09:00–18:00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Closing Time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17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Closing Time spreads rest days more evenly, so its best is 28. On average it is the same, 23.4 days, and at its worst it is a day better than today. Four full weeks off (Sunday to Saturday) takes at least 15 days of leave, instead of 14 at best today. Say the four-weeks figure plainly: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Closing Time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Closing Time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CT-26-T2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13</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5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45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Saturdays: 1h 15m</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 16:00 closer every day but Sunday, weekends off never more than five weeks apart, and at most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27h 00m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16:00,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7h 55m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16:00,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7h 55m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closer is 45 minutes to 1h 15m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26 more at 22:00 or later (104,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104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58</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December staffing and three weekday lates to 22:30 keep more on after 22:00; finishes after 23:00 rise by three,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13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(5)</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13:30–22:30 — today’s 13:30 late, to 22:30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16:00–23:55 — the closer, 45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16:00–23:55 — the closer, 1h 15m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(13,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17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today’s 13:30 late runs half an hour longer.</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Eight on after 22:00 on a weekday, today four; 42 a year each after 23:00, the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Closing Time,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Closing Time</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7h 55m · 7h 55m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13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Closing Time · CT-26-T2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Closing Time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