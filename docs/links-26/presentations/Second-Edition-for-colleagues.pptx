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Edition. Exactly, Second Edition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Edition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Edition was built keeping the times people already work wherever that cost little. Nine of its fifteen are worked today, and it uses fewer different times overall than today’s eighteen. Several of the new times are shorter versions of today’s lates: the weekday and Sunday closers start later, and the Sunday office late finishes earlier.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Edition gives 7 in 26, and they are never more than five weeks apart, against seven today. Five is as close as they can be: a full weekend cannot start in a cover week or the week before one, so only 16 of the 26 weeks can begin one.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Edition spreads rest days more evenly, so its best is 28. On average it is the same, 23.4 days, and at its worst it is a day better than today. Four full weeks off (Sunday to Saturday) takes at least 15 days of leave, instead of 14 at best today. Say the four-weeks figure plainly: all four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Edition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SE-26-F1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the same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42h 00m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and more at the open and the close on most days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The least leave for four complete weeks off, Sunday to Saturday.</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Edition,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Edition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Edition · SE-26-F1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