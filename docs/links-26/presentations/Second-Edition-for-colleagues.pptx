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Four of the six new ones are today’s shifts starting later — the weekday closer, the Sunday closer, and the ticket-office late on weekdays and on Sundays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