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 a year</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 · at most 5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Each week is all earlies or all lates; the green bars are the full weekends off —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651760"/>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are shorter versions of today’s lates.</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