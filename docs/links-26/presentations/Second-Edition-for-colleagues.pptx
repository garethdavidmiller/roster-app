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Second Edition. Exactly, Second Edition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Second Edition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Edition was built keeping the times people already work wherever that cost little. Nine of its fifteen are worked today, and it uses fewer different times overall than today’s eighteen. Four of the six new ones are today’s shifts starting later — the weekday closer, the Sunday closer, and the ticket-office late on weekdays and on Sundays — so they are shorter, not longer.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Second Edition gives 7 in 26, and they are never more than five weeks apart, against seven today. Five is as close as they can be: a full weekend cannot start in a cover week or the week before one, so only 16 of the 26 weeks can begin one.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Second Edition spreads rest days more evenly, so its best is 28. On average it is the same, 23.4 days, and at its worst it is a day better than today. Four full weeks off (Sunday to Saturday) takes at least 15 days of leave, instead of 14 at best today. Say the four-weeks figure plainly: it is the one place every proposal in the pack is worse than today,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Second Edition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Edition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SE-26-F1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7, up to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 a year</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 · at most 5 apart</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the same shift time most weeks.</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25h 30m to 42h 00m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after 22:00 (94, today 78)</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08:00–16:30 · 12:00–20:00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one shift time in 18 of 21 weeks.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Each week is all earlies or all lates; the green bars are the full weekends off —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651760"/>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never more than five weeks apart; the longest run of one kind is 5 weeks of lates.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Four are today’s lates starting later, so shorter.</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Second Edition,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Second Edition</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Second Edition · SE-26-F1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Edition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