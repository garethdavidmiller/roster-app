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six days in a row.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Second Edition. Exactly, Second Edition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Second Edition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Edition was built the way Familiar Nine was: keeping the times people already work wherever that cost little. Nine of its fifteen are worked today, and it uses fewer different times overall than today’s eighteen. Three of the six new ones are today’s shifts starting later — the weekday closer, the Sunday closer and the Sunday ticket-office late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Second Edition gives 7 in 26, and they are never more than five weeks apart, against seven today. Five is as close as they can be: a full weekend cannot start in a cover week or the week before one, so only 16 of the 26 weeks can begin one.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Second Edition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Second Edition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Second Edition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Second Edition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SE-26-F1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6</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the same shift time most weeks.</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one shift time in 18 of 21 weeks.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Second Edition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Second Edition,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Second Edition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Second Edition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Second Edition · SE-26-F1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Second Edition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