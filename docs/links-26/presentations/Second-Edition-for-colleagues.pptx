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Say the four-weeks figure plainly: all three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25h 30m to 42h 00m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never more than five weeks apart; the longest run of one kind is 5 weeks of lates.</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