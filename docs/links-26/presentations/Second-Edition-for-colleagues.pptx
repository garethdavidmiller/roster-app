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Say the four-weeks figure plainly: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42h 00m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