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Closing Time</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36.4</c:v>
                </c:pt>
                <c:pt idx="1">
                  <c:v>8.7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Closing Time meets the first two. Its weekday closers start at 16:00 instead — fifteen minutes later, so shorter — which is the brief it was built to (26 October 2026): today’s link on 26 lines, keeping today’s shift times where it could and a 13:45 finish every weekday.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Closing Time meets all 9, and two of the three flexible ones (14 on a Saturday, evenly spaced cover weeks) — its weekday closers start at 16:00, not 15:45. Someone finishing at exactly 22:00 is not counted as still on after 22:00. The floor figure leaves out the ticket office, except its second person at the quiet ends of the day. Three to the close every day is the minimum, and Closing Time rosters exactly that, which is what keeps its late finishes down. On a weekday eight are still on after 22:00, three more than the rules ask: the three 13:30 lates run to 22:30 with the ticket office. A Saturday opens with four at 06:20, the rules’ minimum and today’s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Closing Time’s score is about seven-tenths on weekdays, about an eighth on a Saturday and about two-fifths on a Sunday; lower is closer. The largest single gap left on a weekday is 20:00 to 22:00 — seven on the floor while the trains are quiet, because the 13:30 lates stay until 22:30 — and the morning and evening peaks are a little short of the trains. The score is a measure of the day’s shape only — not a staffing requirement or a passenger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27h 00m to 41h 30m — today’s run from 25h 10m to 43h 50m, so both the heaviest and the lightest week sit inside today’s range;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Closing Time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Early starts and a weekly rotation come with every link, so they are not counted.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Closing Time answers a later brief than the other three shortlisted links (26 October 2026): today’s link on 26 lines, keeping today’s shift times where it could, a 13:45 finish every weekday and a closer starting at 16:00. It meets every December staffing rule and two of the three flexible ones: the third asks for weekday closers at 15:45, and its brief moved them to 16:00, shorter still. The weekday and Saturday closers are 7h 55m, where today they are 8h 40m and 9h 10m, and the Sunday closer is 45 minutes shorter. Eight of its thirteen shift times are worked today. Nobody works more than five days in a row on the fixed rota, its seven full weekends off in 26 weeks are never more than five weeks apart, every working week is all earlies or all lates, and 17 of the 21 keep one shift time Monday to Friday, where today it is seven weeks in 16. No working week is over 41h 30m or under 27h 00m, and the shortest rest is 14h 35m. The honest costs: to keep a 13:45 every weekday as well as the 16:00 closer, three weekday 13:30 lates run to 22:30, so finishes at 22:00 or later go from about 78 to 104 a year each; finishes at 23:00 or later go from 39 to 42, the smallest rise the December staffing allows; and five shift times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The late finish colleagues will notice is 22:00 or later, about 26 more a year each: partly the December staffing, which wants five still on after 22:00, and partly the weekday’s three 13:30 lates, which now run to 22:30 — how the week keeps a 13:45 every weekday as well as the 16:00 closer. Finishes at 23:00 or later go up about three a year, all from the December staffing — three to the close every day, where today’s weekdays have two — so no link meeting the same rules on 26 weeks could have fewer. Full weekends off are seven in 26 and never more than five weeks apart; nobody works more than five days in a row on the fixed rota; no week mixes earlies and lates, and 17 of the 21 working weeks keep one shift time. Weekly hours run from 27h 00m to 41h 30m (today 25h 10m to 43h 50m); only the average is the contract.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Closing Time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CT-26-T2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4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Closer to the December pattern every day, much closer at the weekend.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Closing Time?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all four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all 9 December rules and no avoidable fatigue warning</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about 14 full weekends off a year (today 10), at most 5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four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a 16:00 closer Monday to Saturday, 7h 55m (today up to 9h 10m)</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8 of 13 shift times worked today, 5 new; today’s 13:45 finish kept every weekday</a:t>
            </a:r>
            <a:endParaRPr lang="en-US" sz="1500" dirty="0"/>
          </a:p>
        </p:txBody>
      </p:sp>
      <p:sp>
        <p:nvSpPr>
          <p:cNvPr id="19" name="Shape 17"/>
          <p:cNvSpPr/>
          <p:nvPr/>
        </p:nvSpPr>
        <p:spPr>
          <a:xfrm>
            <a:off x="457200" y="361188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Costs: 104 finishes at 22:00 or later (today 78); four weeks off 15 days, not 14</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Late finishes: 42 a year each (today 39) — the rules’ minimum. The colleague deck shows every cost openly.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most 5 days in a row, fixed rota (today 7)</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One turn in 17 of 21 weeks (today 7 of 16)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Every closing shift 45 min–1h 15m shorter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8 of the 13 shift times already worked</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22:00 or later: 104 a year (today 78)</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5 new shift times to learn</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The 13:30 late runs to 22:30, not 22:00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Closing Time · CT-26-T2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Closing Time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