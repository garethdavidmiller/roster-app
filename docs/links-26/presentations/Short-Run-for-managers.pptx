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Never more than five days in a row,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on the fixed rota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