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four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never more than 5 days in a row on the fixed rota (today 7)</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