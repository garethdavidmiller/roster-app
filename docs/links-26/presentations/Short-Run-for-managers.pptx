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Short Run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weekday closers from 15:45). Someone finishing at exactly 22:00 is not counted as still on after 22:00. The floor figure leaves out the ticket office, except at the quiet ends of the day, when one of each pair helps on the floor (on a Sunday both lates, until 15:00).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 It is on the shortlist with Even Step, the recommended design (31 October 2026), and In Step (30 October 2026), and against both has the same run, weekends, weeks on one shift time, late finishes and leave. What it has that neither has: the closest weekday fit to the trains (29.1, against In Step’s 29.8 and Even Step’s 32.6), the shortest weekday lates (8h 00m on average, closers aside, against 8h 12m and 8h 27m) and no new Saturday time. Against In Step it also has fewer long days — 26 shifts a year each over 8h 30m Monday to Saturday against In Step’s 40, its weekday earlies over 8h 30m (all 9h 00m) coming about 20 times a year against In Step’s 40 (8h 45m and 8h 55m); Even Step has no shift over 8h 30m Monday to Saturday, and over 8h 30m at all only its Sunday 09:00–18:00, about twice a year each. Its working day moves less from one week to the next than Even Step’s (1h 13m on average, against 1h 31m; In Step’s is 1h 13m too). What it gives up: today’s 13:45, which both the others keep on every weekday; a Saturday closer of 8h 40m, against their 8h 10m; a weaker Saturday fit (12.7, against In Step’s 9.6 and Even Step’s 10.0); and less even weeks (24h 30m to 42h 30m, against In Step’s 25h 30m to 41h 05m and Even Step’s 25h 30m to 41h 30m).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each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14 full weekends off a year (today 10), at most 5 weeks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closest weekday fit, and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4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costs: an 8h 40m Saturday closer, and the heaviest week, 42h 30m</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All three: two more Saturdays a year, four weeks off for 15 days’ leave, and late finishes — 42 a year at 23:00 or later (today 39), 94 at 22:00 or later (today 78).</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at 23:00 or later (today 39), 94 at 22:00 or later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 longer weekday early, 9h 00m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days’ leave: at best 28 days off,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settled,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