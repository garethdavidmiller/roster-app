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inside today’s 25h 10m to 43h 50m;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inside today’s range (today’s heaviest is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inside today’s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Never more than five days in a row, and the fewest late finishes the rules allow</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5 days in a row on the fixed rota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three more late finishes a year each (42, today 39) — the rules’ minimum.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Never more than 5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