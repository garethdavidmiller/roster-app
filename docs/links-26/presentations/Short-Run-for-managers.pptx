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 a week</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rostered exactly, 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never more than 5 days in a row on the fixed rota (today 7)</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several shorter versions of today’s lates</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one 42h 30m week (today up to 43h 50m);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more than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