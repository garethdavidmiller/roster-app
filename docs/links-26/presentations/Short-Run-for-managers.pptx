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 run over five days on the fixed rota,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on the fixed rota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