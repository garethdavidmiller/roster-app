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Short Run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Short Run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Short Run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Short Run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Short Run’s score is a little over half on weekdays, about a fifth on a Saturday and about two-fifths on a Sunday; lower is closer. The score is a measure of the day’s shape only — not a staffing requirement or a passenger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42h 30m — today’s run from 25h 10m to 43h 50m, so the heaviest is lighter than today’s heaviest and the lightest a little lighter than today’s lightest;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Short Run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Early starts and a weekly rotation come with every link, so they are not counted.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Nobody works more than five days in a row on the fixed rota, where today it is seven; a cover week placed badly can make it six, never more.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The honest costs: its new weekday early, 07:00–16:00, is 9 hours, about 20 a year each, where today no early is over 8h 30m; and late finishes, the smallest rise possible — the December staffing needs three to the close every day, and only those three finish after 23:00, so finishes at 23:00 or later go from about 39 to 42 a year each. Its heaviest week is 42h 30m, against today’s 43h 50m. Every closing shift is 30 to 45 minutes shorter. Six shift times are new. It is on the shortlist with In Step (30 October 2026), and against it has the same run, weekends, weeks on one shift time, late finishes and leave. What it has that In Step has not: fewer long days (its weekday earlies over 8h 30m, all 9h 00m, come about 20 times a year each, against In Step’s 40 at 8h 45m and 8h 55m), the closer weekday fit (29.1 against 29.8) and no new Saturday time. What it gives up: today’s 13:45, a Saturday closer of 8h 40m against In Step’s 8h 10m, and heavier, less even weeks (24h 30m to 42h 30m, against 25h 30m to 41h 05m).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24h 30m to 42h 30m (today 25h 10m to 43h 50m); only the average is the contract.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SR-26-F1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Short Run?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both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Both shortlisted: all 9 December rules and no avoidable fatigue warning</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Both shortlisted: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Both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half the long earlies, a closer weekday fit, no new Saturday time</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four shorter versions of today’s lates</a:t>
            </a:r>
            <a:endParaRPr lang="en-US" sz="1500" dirty="0"/>
          </a:p>
        </p:txBody>
      </p:sp>
      <p:sp>
        <p:nvSpPr>
          <p:cNvPr id="19" name="Shape 17"/>
          <p:cNvSpPr/>
          <p:nvPr/>
        </p:nvSpPr>
        <p:spPr>
          <a:xfrm>
            <a:off x="457200" y="361188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20 weekday earlies a year over 8h 30m;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18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Short Run · SR-26-F1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