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The honest costs: its new weekday early, 07:00–16:00, is 9 hours, about 20 a year each, where today no early is over 8h 30m; and late finishes, the smallest rise possible —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 It is on the shortlist with In Step (30 October 2026), and against it has the same run, weekends, weeks on one shift time, late finishes and leave. What it has that In Step has not: fewer long days — 28 shifts a year each over 8h 30m against In Step’s 42, its weekday earlies over 8h 30m (all 9h 00m) coming about 20 times a year against In Step’s 40 (8h 45m and 8h 55m) — the closer weekday fit (29.1 against 29.8) and no new Saturday time. What it gives up: today’s 13:45, a Saturday closer of 8h 40m against In Step’s 8h 10m, a weaker Saturday fit (12.7 against 9.6), and less even weeks (24h 30m to 42h 30m, against 25h 30m to 41h 05m).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both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half the long earlies, a closer weekday fit, no new Saturday time</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20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 longer weekday early, 9h 00m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