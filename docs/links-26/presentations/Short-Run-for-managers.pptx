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Short Run</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29.1</c:v>
                </c:pt>
                <c:pt idx="1">
                  <c:v>12.7</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Short Run meets all three. It also stays under the ceiling of 219 contracted days a year set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Short Run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every day is the minimum, and Short Run rosters exactly that, which is what keeps its late finishes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or a passenger forecast — the rules on the previous slide are the requirement. Against today’s link, Short Run’s score is a little over half on weekdays, about a fifth on a Saturday and about two-fifths on a Sunday; lower is closer.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42h 30m — today’s run from 25h 10m to 43h 50m, so the heaviest is lighter than today’s heaviest and the lightest a little lighter than today’s lightest;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set on 1 October 2026; Short Run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in which a rest day breaks the run, and whoever assesses it should confirm that: on the stricter reading every link has it (FF19 on the rules sheet).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keeps the shift times people already work wherever that cost little — nine of its fifteen are worked today, and none on a Saturday is new. Nobody works more than five days in a row on the fixed rota, where today it is seven; a cover week placed badly can make it six, never more. Every working week is all earlies or all lates, and 18 of the 21 keep one shift time Monday to Friday; today seven weeks in 16 do both. Its seven full weekends off in 26 weeks are never more than five weeks apart, which is as close as the five cover weeks allow; today it is four in 20, up to seven weeks apart. The honest costs: its new weekday early, 07:00–16:00, is 9 hours, about 20 a year each, where today no early is over 8h 30m; and late finishes, the smallest rise possible — the December staffing needs three to the close every day, and only those three finish after 23:00, so finishes at 23:00 or later go from about 39 to 42 a year each. Its heaviest week is 42h 30m, against today’s 43h 50m. Every closing shift is 30 to 45 minutes shorter. Six shift times are new. It is on the shortlist with In Step (30 October 2026), and against it has the same run, weekends, weeks on one shift time, late finishes and leave. What it has that In Step has not: fewer long days — 28 shifts a year each over 8h 30m against In Step’s 42, its weekday earlies over 8h 30m (all 9h 00m) coming about 20 times a year against In Step’s 40 (8h 45m and 8h 55m) — the closer weekday fit (29.1 against 29.8) and no new Saturday time. What it gives up: today’s 13:45, a Saturday closer of 8h 40m against In Step’s 8h 10m, a weaker Saturday fit (12.7 against 9.6), and less even weeks (24h 30m to 42h 30m, against 25h 30m to 41h 05m).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set on 1 October 2026. Late finishes average about three more a year each, all of them from the December staffing — three to the close every day, where today has two Monday to Saturday — so no link meeting the same rules on 26 weeks could have fewer. Full weekends off are seven in 26 and never more than five weeks apart; nobody works more than five days in a row on the fixed rota; no week mixes earlies and lates, and 18 of the 21 working weeks keep one shift time. Weekly hours run from 24h 30m to 42h 30m (today 25h 10m to 43h 50m); only the average is the contract.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Short Run</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SR-26-F1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Short Run</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Short Run?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both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Both shortlisted: all 9 December rules and no avoidable fatigue warning</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Both shortlisted: about 14 full weekends off a year (today 10), at most 5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Both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half the long earlies, a closer weekday fit, no new Saturday time</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9 of 15 shift times worked today; 6 new, four shorter versions of today’s lates</a:t>
            </a:r>
            <a:endParaRPr lang="en-US" sz="1500" dirty="0"/>
          </a:p>
        </p:txBody>
      </p:sp>
      <p:sp>
        <p:nvSpPr>
          <p:cNvPr id="19" name="Shape 17"/>
          <p:cNvSpPr/>
          <p:nvPr/>
        </p:nvSpPr>
        <p:spPr>
          <a:xfrm>
            <a:off x="457200" y="3611880"/>
            <a:ext cx="292608" cy="292608"/>
          </a:xfrm>
          <a:prstGeom prst="ellipse">
            <a:avLst/>
          </a:prstGeom>
          <a:solidFill>
            <a:srgbClr val="A15C00"/>
          </a:solidFill>
          <a:ln w="12700">
            <a:solidFill>
              <a:srgbClr val="A15C00"/>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20 weekday earlies a year over 8h 30m;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42 a year each (today 39) — the rules’ minimum.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One turn in 18 of 21 weeks (today 7 of 16)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9 of the 15 shift times already worked</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42 a year (today 39)</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6 new shift times to learn</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 longer weekday early, 9h 00m</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Short Run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Short Run · SR-26-F1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 Run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