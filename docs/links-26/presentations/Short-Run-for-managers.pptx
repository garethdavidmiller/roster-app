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Short Run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Short Run’s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can make it six, never more.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every link in this pack gives,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all 9 December rules and the 3 flexible ones; no fatigue warning</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about 14 full weekends off a year (today 10), at most 5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no shift over 9 hours, and every closing shift shorter</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never more than 5 days in a row on the fixed rota (today 7)</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four of them today’s lates starting later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one 42h 30m week (today up to 43h 50m);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14 full weekends off a year (today 10), at most 5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Never more than 5 days in a row on the fixed rota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