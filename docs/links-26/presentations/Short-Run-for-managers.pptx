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Short Run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Short Run’s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inside today’s 25h 10m to 43h 50m;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can make it six, never more.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Its heaviest week is 42h 30m, inside today’s range (today’s heaviest is 43h 50m).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inside today’s 25h 10m to 43h 50m; only the average is the contract. The average shift is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Never more than five days in a row, and the fewest late finishes the rules allow</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Seven full weekends off in 26, never more than five weeks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5 days in a row on the fixed rota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three more late finishes a year each (42, today 39) — the rules’ minimum.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weekends off, at most 5 weeks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Never more than 5 days in a row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and 1 Oct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