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four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four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five-day runs, the most weeks on one turn, the fewest late finishes</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several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one 42h 30m week (today up to 43h 50m);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