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 on a Sunday one early until 09:00, and both lates until 15:00, one of them again from 18:00.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Monday to Saturday, is 42h 30m, against today’s 43h 50m. Every closing shift is 30 to 45 minutes shorter. Six shift times are new. It is on the shortlist with Even Step, the recommended design (31 October 2026), and In Step (30 October 2026), and against both has the same run, weekends, weeks on one shift time, late finishes and leave. What it has that neither has: the closest weekday fit to the trains (29.1, against In Step’s 29.8 and Even Step’s 32.6), the shortest weekday lates (8h 00m on average, closers aside, against 8h 12m and 8h 27m) and no new Saturday time. Against In Step it also has fewer long days — 26 shifts a year each over 8h 30m Monday to Saturday against In Step’s 40, its weekday earlies over 8h 30m (all 9h 00m) coming about 20 times a year against In Step’s 40 (8h 45m and 8h 55m); Even Step has no shift over 8h 30m Monday to Saturday, and over 8h 30m at all only its Sunday 09:00–18:00, about twice a year each. Its working day moves less from one week to the next than Even Step’s (1h 13m on average, against 1h 31m; In Step’s is 1h 13m too). What it gives up: today’s 13:45, which both the others keep on every weekday; a Saturday closer of 8h 40m, against their 8h 10m; a weaker Saturday fit (12.7, against In Step’s 9.6 and Even Step’s 10.0); the shortest rest of the three, 14h 20m against their 14h 35m (today 12h 30m); and less even weeks, Monday to Saturday (24h 30m to 42h 30m, against In Step’s 25h 30m to 41h 05m and Even Step’s 25h 30m to 41h 30m).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Monday to Saturday,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closest weekday fit, and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4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an 8h 40m Saturday closer, and the heaviest week, 42h 30m</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in a row: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