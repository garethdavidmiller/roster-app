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Three of the seven new ones are today’s shifts starting later — the weekday closer, the Sunday closer and the Sunday ticket-office late — so they are shorter, not longer.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Even Keel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44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Five more late finishes a year — four to the close on a Saturday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11:00–19:30 · 14:00–22:30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four of the new ones are today’s shifts starting later.</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