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Even Keel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44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Five more late finishes a year — four to the close on a Saturday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three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