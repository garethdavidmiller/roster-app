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in the fixed duties, six if a cover week falls badly. Seven full weekends off in every 26 weeks, against four in 20 today, and never more than five weeks apart — though each person works about two more Saturdays a year. 18 of the 21 working weeks keep one shift time Monday to Friday. Eight of the fifteen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Even Keel. Exactly, Even Keel works out at 218.6 days a year: just under today’s 219, which is also the most the 26-week link is allowed (agreed 1 October 2026). The average shift is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five more a year each finish at 23:00 or later. Three of those come from the December rules — three on duty to the close every day, where today’s weekdays have two — and two from Even Keel’s Saturday, which has four to the close rather than three. Finishes at 22:00 or later go up more, from 78 to 94 a year: the rules also want five still on duty after 22:00, and two weekday lates finish at 22:30 with the ticket office. Early 06:20 starts hardly change. And because the shortest gap between two shifts is 14h 35m,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Keel uses fifteen shift times, fewer than today’s eighteen, and eight of them are worked today. Three of the seven new ones are today’s shifts starting later — the weekday closer, the Sunday closer and the Sunday ticket-office late — so they are shorter, not longer. The other new ones are a weekday late finishing with the ticket office, two Saturday earlies and a Sunday 09:00 start.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Even Keel gives 7 in 26, and they are never more than five weeks apart, against seven today. Five is as close as they can be: a full weekend cannot start in a cover week or the week before one, so only 16 of the 26 weeks can begin one. 18 of the 21 working weeks keep the same shift time Monday to Friday — today it is seven weeks in 16 — and only one week mixes earlies and lates. Rest days mostly come in pairs: 22 of the 26 rest-day breaks are two days or more, against 13 of 17 today, and single rest days stay at four, as today. Never more than five days in a row in the fixed duties; six at most if a cover week’s four duties fall badly.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A weekday has 7 earlies and 8 lates; a Saturday 7 and 7; a Sunday 5 and 5. Sundays: today 8 Sunday duties across 16 working weeks, Even Keel 10 across 21 — about the same share of working weeks. With six more people to share them, that is about one fewer Sunday a year each (20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Even Keel spreads rest days more evenly, so its best is 28. On average it is the same, 23.4 days, and at its worst it is a day better than today. Four full weeks off (Sunday to Saturday) takes at least 15 days of leave, instead of 14 at best today.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Even Keel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Keel</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EK-26-H1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7 in 26</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at most 5 weeks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7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one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219</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no more contracted days than today.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 little — about 44 a year each, against 39 today</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Five more late finishes a year — four to the close on a Saturday — and every closer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11:00–19:30 · 14:00–22:30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14:30–22:00 · 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(7)</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14:45–22:30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06:20–15:00 — a new early, 8h 40m</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07:45–16:45 — a new early, 9 hours</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three of the new ones are today’s shifts starting later.</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in 26</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Seven weekends off in 26,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much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About 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Saturday and Sunday split evenly; a weekday has one more late than early.</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(settled 28 Sep 2026).</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the same balance.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at most 4 days of leave,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Seven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are today’s lates starting later, so shorter.</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Average as today, and the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Five cover weeks</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Spaced evenly: weeks 1, 6, 11, 16 and 21.</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44 a year each at 23:00 or later (today 39) — four to the close on a Saturday.</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Even Keel,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Even Keel</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7 in 26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(8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Even Keel · EK-26-H1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Keel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