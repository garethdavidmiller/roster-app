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in the fixed duties, six if a cover week falls badly. Seven full weekends off in every 26 weeks, against four in 20 today, and never more than five weeks apart — though each person works about two more Saturdays a year. 18 of the 21 working weeks keep one shift time Monday to Friday. Eight of the fifteen shift times are ones people already work. And every closing shift is shorter: the weekday and Saturday closers by 30 minutes, the Sunday closer by 45. Say the leave cost here too, before anyone asks: four full weeks off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Even Keel. Exactly, Even Keel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five more a year each finish at 23:00 or later. Three of those come from the December rules — three on duty to the close every day, where today’s weekdays have two — and two from Even Keel’s Saturday, which has four to the close rather than three. Finishes at 22:00 or later go up more, from 78 to 94 a year: the rules also want five still on duty after 22:00, and two weekday lates finish at 22:30 with the ticket office. Early 06:20 starts hardly change. And because the shortest gap between two shifts is 14h 35m,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Keel uses fifteen shift times, fewer than today’s eighteen, and eight of them are worked today. Several of the new times are shorter versions of today’s lates: the weekday and Sunday closers start later, and the Sunday office late finishes earlier. The full list is on the slide. The other new ones are a weekday late finishing with the ticket office, two Saturday earlies and a Sunday 09:00 start.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Even Keel gives 7 in 26, and they are never more than five weeks apart, against seven today. Five is as close as they can be: a full weekend cannot start in a cover week or the week before one, so only 16 of the 26 weeks can begin one. 18 of the 21 working weeks keep the same shift time Monday to Friday — today it is seven weeks in 16 — and only one week mixes earlies and lates. Rest days mostly come in pairs: 22 of the 26 rest-day breaks are two days or more, against 13 of 17 today, and single rest days stay at four, as today. Never more than five days in a row in the fixed duties; six at most if a cover week’s four duties fall badly.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Even Keel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Even Keel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EK-26-H1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 a year</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 · at most 5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7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one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41h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5 more a year after 23:00 (44, today 39); 16 more at 22:00 or later (94, today 78)</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five more a year after 23:00, four to the Saturday close.</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11:00–19:30 · 14:00–22:30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14:30–22:00 · 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(7)</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14:45–22:30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06:20–15:00 — a new early, 8h 40m</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07:45–16:45 — a new early, 9 hours</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several of the new ones are shorter versions of today’s lates.</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Each week is all earlies or all lates but one; the green bars are the full weekends off —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651760"/>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never more than five weeks apart; the longest run of one kind is 5 weeks of lates.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Seven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are shorter versions of today’s lates.</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44 a year each at 23:00 or later (today 39) — four to the close on a Saturday.</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Even Keel,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Even Keel</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(8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Even Keel · EK-26-H1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