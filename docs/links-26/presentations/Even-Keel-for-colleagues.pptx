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Several of the new times are shorter versions of today’s lates: the weekday and Sunday closers start later, and the Sunday office late finishes earlier. The full list is on the slide.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11:00–19:30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several of the new ones are shorter versions of today’s lates.</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