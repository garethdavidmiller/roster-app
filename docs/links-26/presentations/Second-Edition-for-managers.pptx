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Second Edition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Second Edition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Second Edition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Second Edition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Second Edition’s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42h 00m;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Second Edition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Every closing shift is 30 to 45 minutes shorter. Six shift times are new. The week-to-week figure is the average, round the rotation, of how far a week’s mean start time moves from the week before — Sundays included, cover weeks left out: 1h 01m here, against 4h 00m on today’s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 week mixes earlies and lates, and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SE-26-F1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Second Edition?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all 3 flexible ones, no fatigue warning</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the steadiest starts of the three, 1h 01m week to week (today 4h)</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several shorter versions of today’s lates</a:t>
            </a:r>
            <a:endParaRPr lang="en-US" sz="1500" dirty="0"/>
          </a:p>
        </p:txBody>
      </p:sp>
      <p:sp>
        <p:nvSpPr>
          <p:cNvPr id="19" name="Shape 17"/>
          <p:cNvSpPr/>
          <p:nvPr/>
        </p:nvSpPr>
        <p:spPr>
          <a:xfrm>
            <a:off x="457200" y="361188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6 days in a row on the fixed rota (today 7);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Second Edition · SE-26-F1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