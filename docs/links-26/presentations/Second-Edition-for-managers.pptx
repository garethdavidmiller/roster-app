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Second Edition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Second Edition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Second Edition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Second Edition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Second Edition’s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42h 00m;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Second Edition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Every working week is all earlies or all lates, and 18 of the 21 keep one shift time Monday to Friday, where today it is seven weeks in 16. Its seven full weekends off in 26 weeks are never more than five weeks apart, which is as close as the five cover weeks allow; today it is four in 20, up to seven weeks apart. The honest cost is late finishes, and it is the smallest one possible: the December staffing needs three to the close every day, and only those three finish after 23:00, so finishes at 23:00 or later go from about 39 to 42 a year each. Every closing shift is 30 to 45 minutes shorter. Six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three more a year each, all of them from the December staffing — three to the close every day, where today’s weekdays have two — so no link meeting the same rules on 26 weeks could have fewer. Full weekends off are seven in 26 and never more than five weeks apart; no week mixes earlies and lates, and 18 of the 21 working weeks keep one shift time. The average shift is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SE-26-F1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rostered exactly, on average</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 1 week in 5</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Second Edition?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One shift time in 18 of 21 weeks, and the fewest late finishes the rules allow</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Seven full weekends off in 26, never more than five weeks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its 15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three more late finishes a year each (42, today 39) — the rules’ minimum.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weekends off, at most 5 weeks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(29 Sep and 1 Oct 2026),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Second Edition · SE-26-F1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