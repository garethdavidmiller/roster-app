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one shift time Mon–Fri in 18 of 21 weeks (today 7 of 16)</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