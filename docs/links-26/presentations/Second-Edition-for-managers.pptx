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Second Edition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Second Edition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Second Edition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Second Edition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Second Edition’s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42h 00m;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Second Edition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 week mixes earlies and lates, and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SE-26-F1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Second Edition?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every link in this pack gives,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one shift time Mon–Fri in 18 of 21 weeks (today 7 of 16)</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four of them today’s lates starting later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6 days in a row on the fixed rota (today 7);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Second Edition · SE-26-F1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