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One shift time in 18 of 21 weeks,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