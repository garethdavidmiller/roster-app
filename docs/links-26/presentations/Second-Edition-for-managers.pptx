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Edition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Edition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Edition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Edition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Edition’s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42h 00m;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Edition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 The week-to-week figure is the average, round the rotation, of how far a week’s mean start time moves from the week before — Sundays included, cover weeks left out: 1h 01m here, against 4h 00m on today’s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 week mixes earlies and lates, and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SE-26-F1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 a week</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rostered exactly, 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Edition?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the steadiest starts of the three — 1h 01m week to week (today 4h)</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several shorter versions of today’s lates</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6 days in a row on the fixed rota (today 7);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Edition · SE-26-F1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