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In Step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In Step’s score is a little over half on weekdays, about a seventh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came after the shortlist (30 October 2026) and is not on it: Closing Time’s weeks with the shift times chosen again, to put five on at every opening Monday to Saturday and to follow the weekday trains more closely, so this slide sets it beside the four shortlisted links. It meets every December staffing rule and all three flexible ones. Nine of its fifteen shift times are worked today, today’s 13:45 finish among them on every weekday.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Its working weeks run from 25h 30m to 41h 05m (today 25h 10m to 43h 50m), and the shortest rest is 14h 35m. Of the five it is the only one with both today’s 13:45 and five at the Saturday open, and its heaviest week is the lightest. Its fit to the trains is the closest of the five with the three days’ scores added together; weighted by the days of a week, two of the four are a shade closer (26.7 against 26.8), and on weekdays alone three are. The honest costs: its two new weekday earlies are 8h 55m and 8h 45m, about 40 a year each, where today no early is over 8h 30m and none of the four shortlisted links has more than 20; finishes at 23:00 or later go from about 39 to 42 a year each, the smallest rise possible — the December staffing needs three to the close every day, and only those three finish after 23:00 — and finishes at 22:00 or later from about 78 to 94; and six shift times are new. Against Closing Time, whose weeks it keeps, it also gives up a quarter of an hour on the closers (8h 10m, not 7h 55m), a sixth new shift time, a little of the Saturday fit (9.6, not 8.7) and some evenness (its lightest week 25h 30m, not 27h 00m).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about 40 a year each,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shares with the four shortlisted links, what it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today’s 13:45, five at the Saturday open, no week over 41h 05m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weekday earlies to 8h 55m (today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