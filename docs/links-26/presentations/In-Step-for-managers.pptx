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In Step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In Step’s score is a little over half on weekdays, about a seventh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came after the shortlist (30 October 2026): Closing Time’s weeks with the shift times chosen again, to put five on at every opening Monday to Saturday and to follow the weekday trains more closely. It meets every December staffing rule and all three flexible ones. Nine of its fifteen shift times are worked today, today’s 13:45 finish among them on every weekday.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Its working weeks run from 25h 30m to 41h 05m (today 25h 10m to 43h 50m), and the shortest rest is 14h 35m. Against the four shortlisted links it has the closest fit to the trains across the week and the lightest heaviest week, and is worse than all four on nothing the shortlist sheet compares. The honest costs: finishes at 23:00 or later go from about 39 to 42 a year each, the smallest rise possible — the December staffing needs three to the close every day, and only those three finish after 23:00 — and finishes at 22:00 or later from about 78 to 94; two new weekday earlies are longer than any early today; and six shift times are new. Every closing shift is 30 to 60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shares with the four shortlisted links, what it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Like 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closest fit to the trains overall, and no week over 41h 05m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today’s 13:45 finish kept every weekday</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94 finishes at 22:00 or later (today 78);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