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In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29.8</c:v>
                </c:pt>
                <c:pt idx="1">
                  <c:v>9.6</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In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In Step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In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In Step’s score is a little over half on weekdays, about a seventh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05m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In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56.3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In Step (30 October 2026) is Closing Time’s weeks with the shift times chosen again, to put five on at every opening Monday to Saturday and to follow the weekday trains more closely; it is on the shortlist with Short Run, and this slide sets the two side by side. It meets every December staffing rule and all three flexible ones. Nine of its fifteen shift times are worked today, today’s 13:45 finish among them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05m (today 25h 10m to 43h 50m), and the shortest rest is 14h 35m. Against Short Run it has the same run, weekends, weeks on one shift time, late finishes and leave; it adds today’s 13:45, an 8h 10m Saturday closer (Short Run’s is 8h 40m) and more even weeks (Short Run’s run from 24h 30m to 42h 30m), and its fit to the trains is the closer with the three days’ scores added together, though counted day by day across a week Short Run’s is a shade closer (26.7 against 26.8), as it is on weekdays alone. The honest costs: its two new weekday earlies, 8h 55m and 8h 45m, come round about 20 times a year each, 40 in all, where today no early is over 8h 30m and Short Run has 20, at 9h 00m; its Saturday closer is a new time on a Saturday, where Short Run has none; finishes at 23:00 or later go from about 39 to 42 a year each, the smallest rise possible — the December staffing needs three to the close every day, and only those three finish after 23:00 — and finishes at 22:00 or later from about 78 to 94; and six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05m (today 25h 10m to 43h 50m); only the average is the contract. Two new weekday earlies, 06:20–15:15 and 07:00–15:45, are 8h 55m and 8h 45m, each about 20 a year — 40 in all — where today no early is over 8h 30m.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IS-26-T4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In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both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today’s 13:45, an 8h 10m Saturday closer, no week over 41h 05m</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three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Longer weekday earlies, up to 8h 55m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In Step · IS-26-T4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