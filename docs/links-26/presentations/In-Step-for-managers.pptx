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In Step</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29.8</c:v>
                </c:pt>
                <c:pt idx="1">
                  <c:v>9.6</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In Step meets all three. It also stays under the ceiling of 219 contracted days a year set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In Step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In Step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or a passenger forecast — the rules on the previous slide are the requirement. Against today’s link, In Step’s score is a little over half on weekdays, about a seventh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25h 30m to 41h 05m — today’s run from 25h 10m to 43h 50m, so both the heaviest and the lightest week sit inside today’s range;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set on 1 October 2026; In Step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in which a rest day breaks the run, and whoever assesses it should confirm that: on the stricter reading every link has it (FF19 on the rules sheet).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In Step (30 October 2026) is Closing Time’s weeks with the shift times chosen again, to put five on at every opening Monday to Saturday and to follow the weekday trains more closely; it is on the shortlist with Short Run, and this slide sets the two side by side. It meets every December staffing rule and all three flexible ones. Nine of its fifteen shift times are worked today, today’s 13:45 finish among them on every weekday. Nobody works more than five days in a row on the fixed rota, where today it is seven; a cover week placed badly can make it six, never more. Every working week is all earlies or all lates, and 18 of the 21 keep one shift time Monday to Friday; today seven weeks in 16 do both. Its seven full weekends off in 26 weeks are never more than five weeks apart, which is as close as the five cover weeks allow; today it is four in 20, up to seven weeks apart. Its working weeks run from 25h 30m to 41h 05m (today 25h 10m to 43h 50m), and the shortest rest is 14h 35m. Against Short Run it has the same run, weekends, weeks on one shift time, late finishes and leave; it adds today’s 13:45, an 8h 10m Saturday closer (Short Run’s is 8h 40m) and more even weeks (Short Run’s run from 24h 30m to 42h 30m), and its fit to the trains is the closer with the three days’ scores added together, though counted day by day across a week Short Run’s is a shade closer (26.7 against 26.8), as it is on weekdays alone. The honest costs: its two new weekday earlies, 8h 55m and 8h 45m, come round about 20 times a year each, 40 in all, where today no early is over 8h 30m and Short Run has 20, at 9h 00m; its Saturday closer is a new time on a Saturday, where Short Run has none; finishes at 23:00 or later go from about 39 to 42 a year each, the smallest rise possible — the December staffing needs three to the close every day, and only those three finish after 23:00 — and finishes at 22:00 or later from about 78 to 94; and six shift times are new. Every closing shift is 30 to 60 minutes shorter than today’s.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set on 1 October 2026. Late finishes average about three more a year each, all of them from the December staffing — three to the close every day, where today has two Monday to Saturday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25h 30m to 41h 05m (today 25h 10m to 43h 50m); only the average is the contract. Two new weekday earlies, 06:20–15:15 and 07:00–15:45, are 8h 55m and 8h 45m, each about 20 a year — 40 in all — where today no early is over 8h 30m.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In Step</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IS-26-T4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In Step</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In Step?</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both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Both shortlisted: all 9 December rules and no avoidable fatigue warning</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Both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Both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today’s 13:45, an 8h 10m Saturday closer, no week over 41h 05m</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three shorter versions of today’s lates</a:t>
            </a:r>
            <a:endParaRPr lang="en-US" sz="1500" dirty="0"/>
          </a:p>
        </p:txBody>
      </p:sp>
      <p:sp>
        <p:nvSpPr>
          <p:cNvPr id="19" name="Shape 17"/>
          <p:cNvSpPr/>
          <p:nvPr/>
        </p:nvSpPr>
        <p:spPr>
          <a:xfrm>
            <a:off x="457200" y="3611880"/>
            <a:ext cx="292608" cy="292608"/>
          </a:xfrm>
          <a:prstGeom prst="ellipse">
            <a:avLst/>
          </a:prstGeom>
          <a:solidFill>
            <a:srgbClr val="A15C00"/>
          </a:solidFill>
          <a:ln w="12700">
            <a:solidFill>
              <a:srgbClr val="A15C00"/>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40 weekday earlies a year over 8h 30m;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30–60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Longer weekday earlies, up to 8h 55m</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In Step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In Step · IS-26-T4</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 Step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