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 though each person works about two more Saturdays a year.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Nature. Exactly, Second Nature works out at 218.6 days a year: just under today’s 219, which is also the most the 26-week link is allowed (agreed 1 October 2026). The average shift is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Nature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Nature was built the way Familiar Nine was: keeping the times people already work wherever that cost little. Nine of its fifteen are worked today, and it uses fewer different times overall than today’s eighteen. Three of the six new ones are today’s shifts starting later — the weekday closer, the Sunday closer and the Sunday ticket-office late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Nature gives 7 in 26. They fall unevenly, not every fourth week, and can be up to ten weeks apart, against seven today — worth saying, because somebody will start on the long gap. Most weeks now keep the same shift time Monday to Friday — 15 of the 21 working weeks — and all earlies or all lates, so you are not bouncing between earlies and lates inside a week. Rest days mostly come in pairs — 21 of the 25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Second Nature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Nature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Nature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Nature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SN-26-F2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4 in 20</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more full weekends off — and most of the times familiar.</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Nature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Nature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Nature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Nature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Nature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 of 25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weeks,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Nature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Nature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Nature,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Nature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Nature · SN-26-F2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Nature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