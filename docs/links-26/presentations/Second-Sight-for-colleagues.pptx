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Seven full weekends off in every 26 weeks, against four in 20 today, and never more than five weeks apart — though each person works about two more Saturdays a year. Every week is all earlies or all lates, so nobody switches between the two inside a week.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Second Sight. Exactly, Second Sight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Second Sight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Sight was built the way Familiar Nine was: keeping the times people already work wherever that cost little. Nine of its fifteen are worked today, and it uses fewer different times overall than today’s eighteen. Three of the six new ones are today’s shifts starting later — the weekday closer, the Sunday closer and the Sunday ticket-office late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Second Sight gives 7 in 26, and they are never more than five weeks apart, against seven today. Five is as close as they can be: a full weekend cannot start in a cover week or the week before one, so only 16 of the 26 weeks can begin one. Every working week is all earlies or all lates — today seven weeks in 16 mix the two — and most keep the same shift time Monday to Friday, 16 of the 21. Rest days mostly come in pairs: 21 of the 26 rest-day breaks are two days or more, against 13 of 17 today. That leaves five single rest days, one more than today’s four — worth saying, because somebody will ask.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A weekday has 7 earlies and 8 lates; a Saturday 7 and 7; a Sunday 5 and 5. Sundays: today 8 Sunday duties across 16 working weeks, Second Sight 10 across 21 — about the same share of working weeks. With six more people to share them, that is about one fewer Sunday a year each (20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Second Sight spreads rest days more evenly, so its best is 28. On average it is the same, 23.4 days, and at its worst it is a day better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Second Sight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Sight</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SS-26-F1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7 in 26</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at most 5 weeks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and weekends off never more than five weeks apart.</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Sight</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219</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Sight</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Sight</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42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Sight</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Three more late finishes a year — the fewest the rules allow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Sight</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in 26</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16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Seven weekends off in 26, at most five weeks apart, and no week mixing earlies and lates.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much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About 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Saturday and Sunday split evenly; a weekday has one more late than early.</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the same balance.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Sight</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Sight</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Average as today, and the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cover weeks</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Spaced evenly: weeks 1, 6, 11, 16 and 21.</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Second Sight,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Second Sight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7 in 26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Second Sight · SS-26-F1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Sight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