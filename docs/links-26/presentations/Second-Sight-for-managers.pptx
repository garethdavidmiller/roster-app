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Second Sight</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Second Sight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Second Sight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Second Sight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Second Sight’s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22h 30m to 42h 00m;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Second Sight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Every working week is all earlies or all lates, where today seven weeks in 16 mix the two.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and no week mixes earlies and lates. The one figure worse than today on rest is single rest days: five, against four. The average shift is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Sight</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SS-26-F1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Sight</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Sight</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Sight</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Second Sight?</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week all earlies or all lates, and the fewest late finishes the rules allow</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Seven full weekends off in 26, never more than five weeks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three more late finishes a year each (42, today 39) — the rules’ minimum.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weekends off, at most 5 weeks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No week mixing earlies and lates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more single rest day (5, today 4)</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Sight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Second Sight · SS-26-F1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Sight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