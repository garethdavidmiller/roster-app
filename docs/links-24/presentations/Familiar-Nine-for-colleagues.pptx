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Six full weekends off in every 24 weeks, against four in 20 today — though each person works about four more Saturdays a year.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were confirmed verbally on 29 September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About 20 more a year each finish at 23:00 or later. Only part of that is the December rules: three on duty to the close every day, where today’s weekdays have two, adds about six or seven a year each once it is spread over 24 people. The rest comes from how this design places its late shifts, not from the rules, so it is a fair question to ask.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Familiar Nine gives 6 in 24. They fall unevenly, not every fourth week — never more than seven weeks apart, the same longest wait as today.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4 in 20</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more full weekends off — and half the times familiar.</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contracted days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59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late finishes, only partly from the rules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weekends off in 24 weeks,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buys two fewer contracted days.</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Evenly spaced — every sixth week (1, 7, 13, 19).</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on the fixed rota, against 39 today.</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contracted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