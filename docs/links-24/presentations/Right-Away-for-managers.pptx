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Right Away</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26.5</c:v>
                </c:pt>
                <c:pt idx="1">
                  <c:v>14.6</c:v>
                </c:pt>
                <c:pt idx="2">
                  <c:v>26.4</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cover weeks evenly spaced, and weekday closers starting at 15:45. Right Away meets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Right Away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This is what Right Away was built for: with the ticket office rostered in fixed pairs, every other duty was timed so the floor follows the trains. Against today’s link its score is about half on weekdays, about a fifth on a Saturday and about two-fifths on a Sunday; lower is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42,000 minutes across the 20 working weeks — so no overtime is needed to balance the Monday-to-Saturday week. Individual weeks range from 24h 30m to 41h 50m; only the average is the contract, as today. Ask the room: are four cover weeks enough for leave and sickness in a 24-person link? Sunday is not contracted, so the ten Sunday duties are worked as rest-day overtime, exactly as today’s eight are. Cover weeks stay at four, which is a slightly smaller share of a longer link: worth deciding deliberately. The two extra Sunday overtime duties a week come from the Sunday staffing of ten, confirmed verbally, not from Right Away — any link that meets the rules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 The longest shift, 9h 30m, is a Saturday early (07:15–16:45); no early runs past 10 hours, which is the ORR’s threshold, and every Sunday duty stays between 8 and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rule, and with the ticket office rostered in fixed pairs, every other duty was timed so the people on the floor follow the December trains through the day. The honest costs: five of today’s eighteen shift times stay and twelve are new, some earlies run longer (the longest is 9h 30m), and late finishes rise — the December staffing needs three to the close and five after 22:00, so finishes at 23:00 or later go from about 39 to 59 a year each. Every closing shift is 30 to 60 minutes shorter, which softens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fall from 219 to 217 a year (Monday to Saturday; Sunday is overtime). The late finishes average about 20 more a year each, one extra every two or three weeks. Only about six or seven of those come from the December staffing — three to the close, where today’s weekdays have two, spread over 24 people; the rest is how this design places its late shifts, so another link meeting the same rules could have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Right Away</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24 weeks · code FR-24-F34s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9436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 rules met</a:t>
            </a:r>
            <a:endParaRPr lang="en-US" sz="1500" dirty="0"/>
          </a:p>
        </p:txBody>
      </p:sp>
      <p:sp>
        <p:nvSpPr>
          <p:cNvPr id="7" name="Text 5"/>
          <p:cNvSpPr txBox="1"/>
          <p:nvPr/>
        </p:nvSpPr>
        <p:spPr>
          <a:xfrm>
            <a:off x="59436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9748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 rostered exactly, on average</a:t>
            </a:r>
            <a:endParaRPr lang="en-US" sz="1500" dirty="0"/>
          </a:p>
        </p:txBody>
      </p:sp>
      <p:sp>
        <p:nvSpPr>
          <p:cNvPr id="11" name="Text 9"/>
          <p:cNvSpPr txBox="1"/>
          <p:nvPr/>
        </p:nvSpPr>
        <p:spPr>
          <a:xfrm>
            <a:off x="269748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Monday to Saturday</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80060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 fatigue warnings</a:t>
            </a:r>
            <a:endParaRPr lang="en-US" sz="1500" dirty="0"/>
          </a:p>
        </p:txBody>
      </p:sp>
      <p:sp>
        <p:nvSpPr>
          <p:cNvPr id="15" name="Text 13"/>
          <p:cNvSpPr txBox="1"/>
          <p:nvPr/>
        </p:nvSpPr>
        <p:spPr>
          <a:xfrm>
            <a:off x="480060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in the 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24</a:t>
            </a:r>
            <a:endParaRPr lang="en-US" sz="3400" dirty="0"/>
          </a:p>
        </p:txBody>
      </p:sp>
      <p:sp>
        <p:nvSpPr>
          <p:cNvPr id="18" name="Text 16"/>
          <p:cNvSpPr txBox="1"/>
          <p:nvPr/>
        </p:nvSpPr>
        <p:spPr>
          <a:xfrm>
            <a:off x="690372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 on the link</a:t>
            </a:r>
            <a:endParaRPr lang="en-US" sz="1500" dirty="0"/>
          </a:p>
        </p:txBody>
      </p:sp>
      <p:sp>
        <p:nvSpPr>
          <p:cNvPr id="19" name="Text 17"/>
          <p:cNvSpPr txBox="1"/>
          <p:nvPr/>
        </p:nvSpPr>
        <p:spPr>
          <a:xfrm>
            <a:off x="690372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297680" y="18013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492240" y="18013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14 · 10</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297680" y="22585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492240" y="22585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297680" y="27157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492240" y="27157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 · 5 · 5</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297680" y="31729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492240" y="31729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4 · 4 · 3</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297680" y="36301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492240" y="36301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4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on weekdays, Saturday and Sunday.</a:t>
            </a:r>
            <a:endParaRPr lang="en-US" sz="1400" dirty="0"/>
          </a:p>
        </p:txBody>
      </p:sp>
      <p:sp>
        <p:nvSpPr>
          <p:cNvPr id="7" name="Text 4"/>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A measure of the day’s shape only — not a staffing requirement or a passenger forecast.</a:t>
            </a:r>
            <a:endParaRPr lang="en-US" sz="85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24</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1 week in 5</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 — 1 week in 6</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Four more people, 35 hours a week on average — Sundays still rely on overtime.</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05m</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9h 30m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Early starts and a weekly rotation come with every link, so are not counted. The written source of the 13-day limit is still to be confirmed.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Right Away?</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It meets the brief and puts the floor staff where the trains are</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Meets all 9 December rules, and all 3 flexible ones</a:t>
            </a:r>
            <a:endParaRPr lang="en-US" sz="1500" dirty="0"/>
          </a:p>
        </p:txBody>
      </p:sp>
      <p:sp>
        <p:nvSpPr>
          <p:cNvPr id="7" name="Shape 5"/>
          <p:cNvSpPr/>
          <p:nvPr/>
        </p:nvSpPr>
        <p:spPr>
          <a:xfrm>
            <a:off x="457200" y="1728216"/>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28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09928"/>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The floor follows the trains more closely — a weekday score about half of today’s</a:t>
            </a:r>
            <a:endParaRPr lang="en-US" sz="1500" dirty="0"/>
          </a:p>
        </p:txBody>
      </p:sp>
      <p:sp>
        <p:nvSpPr>
          <p:cNvPr id="10" name="Shape 8"/>
          <p:cNvSpPr/>
          <p:nvPr/>
        </p:nvSpPr>
        <p:spPr>
          <a:xfrm>
            <a:off x="457200" y="2130552"/>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1305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112264"/>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 full weekend off one week in four — today one in five</a:t>
            </a:r>
            <a:endParaRPr lang="en-US" sz="1500" dirty="0"/>
          </a:p>
        </p:txBody>
      </p:sp>
      <p:sp>
        <p:nvSpPr>
          <p:cNvPr id="13" name="Shape 11"/>
          <p:cNvSpPr/>
          <p:nvPr/>
        </p:nvSpPr>
        <p:spPr>
          <a:xfrm>
            <a:off x="457200" y="2532888"/>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532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514600"/>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Never more than 6 days in a row — today 7</a:t>
            </a:r>
            <a:endParaRPr lang="en-US" sz="1500" dirty="0"/>
          </a:p>
        </p:txBody>
      </p:sp>
      <p:sp>
        <p:nvSpPr>
          <p:cNvPr id="16" name="Shape 14"/>
          <p:cNvSpPr/>
          <p:nvPr/>
        </p:nvSpPr>
        <p:spPr>
          <a:xfrm>
            <a:off x="457200" y="2935224"/>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29352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2916936"/>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Every closing shift 30 to 60 minutes shorter</a:t>
            </a:r>
            <a:endParaRPr lang="en-US" sz="1500" dirty="0"/>
          </a:p>
        </p:txBody>
      </p:sp>
      <p:sp>
        <p:nvSpPr>
          <p:cNvPr id="19" name="Shape 17"/>
          <p:cNvSpPr/>
          <p:nvPr/>
        </p:nvSpPr>
        <p:spPr>
          <a:xfrm>
            <a:off x="457200" y="333756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31927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avoidable fatigue warnings in the fixed rota</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trade-offs: 12 new shift times to learn, and more late finishes.</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 weekend off one week in four (today one in five)</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At most 6 days in a row (today 7)</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Every closing shift 30–60 minutes shorter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At least 3 rostered on the floor (today 2)</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Shortest rest 14h 05m (today 12h 30m)</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12 new shift times; 5 of today’s stay</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About one extra late finish every 2–3 weeks</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Longest shift 9h 30m (today 9h 10m)</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Average shift 6 minutes longer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questions on new times and late finishes — the colleague deck answers both.</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(29 Sep 2026), two decisions left</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96596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9293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24 people on the link — confirmed</a:t>
            </a:r>
            <a:endParaRPr lang="en-US" sz="1600" dirty="0"/>
          </a:p>
        </p:txBody>
      </p:sp>
      <p:sp>
        <p:nvSpPr>
          <p:cNvPr id="11" name="Text 9"/>
          <p:cNvSpPr txBox="1"/>
          <p:nvPr/>
        </p:nvSpPr>
        <p:spPr>
          <a:xfrm>
            <a:off x="1097280" y="22128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Four more than today.</a:t>
            </a:r>
            <a:endParaRPr lang="en-US" sz="1300" dirty="0"/>
          </a:p>
        </p:txBody>
      </p:sp>
      <p:sp>
        <p:nvSpPr>
          <p:cNvPr id="12" name="Shape 10"/>
          <p:cNvSpPr/>
          <p:nvPr/>
        </p:nvSpPr>
        <p:spPr>
          <a:xfrm>
            <a:off x="457200" y="260604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5694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8529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324612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324612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32095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4930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88620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8496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41330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of the link.</a:t>
            </a:r>
            <a:endParaRPr lang="en-US" sz="13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Right Away · FR-24-F34s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 Away — the December 2026 CEA link, for managers</dc:title>
  <dc:subject>PptxGenJS Presentation</dc:subject>
  <dc:creator>PptxGenJS</dc:creator>
  <cp:lastModifiedBy>PptxGenJS</cp:lastModifiedBy>
  <cp:revision>1</cp:revision>
  <dcterms:created xsi:type="dcterms:W3CDTF">2026-09-30T09:27:00Z</dcterms:created>
  <dcterms:modified xsi:type="dcterms:W3CDTF">2026-09-30T09:27:00Z</dcterms:modified>
</cp:coreProperties>
</file>