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Right Away</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26.5</c:v>
                </c:pt>
                <c:pt idx="1">
                  <c:v>14.6</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Right Away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Right Away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This is what Right Away was built for: with the ticket office rostered in fixed pairs, every other duty was timed so the floor follows the trains. Against today’s link its score is about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50m;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Sunday staffing of ten, confirmed verbally, not from Right Away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The longest shift, 9h 30m, is a Saturday early (07:15–16:45); no early runs past 10 hours, which is the ORR’s threshold, and every Sunday duty stays between 8 and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rule, and with the ticket office rostered in fixed pairs, every other duty was timed so the people on the floor follow the December trains through the day. The honest costs: five of today’s eighteen shift times stay and twelve are new, some earlies run longer (the longest is 9h 30m), and late finishes rise — the December staffing needs three to the close and five after 22:00, so finishes at 23:00 or later go from about 39 to 59 a year each. Every closing shift is 30 to 60 minutes shorter, which softens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average about 20 more a year each, one extra every two or three weeks. Only about six or seven of those come from the December staffing — three to the close, where today’s weekdays have two, spread over 24 people; the rest is how this design places its late shifts, so another link meeting the same rules could have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FR-24-F34s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Right Away?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puts the floor staff where the trains are</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The floor follows the trains more closely — a weekday score about half of today’s</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Six full weekends off in 24 weeks — today four in 20</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closing shift 30 to 60 minutes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trade-offs: 12 new shift times to learn, and more late finishes.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Weekends off: 6 in 24 (today 4 in 20)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least 3 rostered on the floor (today 2)</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05m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12 new shift times; 5 of today’s stay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59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Longest shift 9h 30m (today 9h 10m)</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questions on new times and late finishes — the colleague deck answers both.</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Right Away · FR-24-F34s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CEA link, for managers</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