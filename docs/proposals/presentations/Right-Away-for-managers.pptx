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Right Away</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26.5</c:v>
                </c:pt>
                <c:pt idx="1">
                  <c:v>14.6</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Right Away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Right Away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This is what Right Away was built for: with the ticket office rostered in fixed pairs, every other duty was timed so the floor follows the trains. Against today’s link it is about half as far off on weekdays, about a fifth on a Saturday and about two-fifths on a Sunday.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50m;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Right Away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The longest shift, 9h 30m, is a Saturday early (07:15–16:45); no early runs past 10 hours, which is the ORR’s threshold, and every Sunday duty stays between 8 and 9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rule, and with the ticket office rostered in fixed pairs, every other duty was timed so the people on the floor follow the December trains through the day. The honest costs: five of today’s eighteen shift times stay and twelve are new, some earlies run longer (the longest is 9h 30m), and late finishes rise — the December staffing needs three to the close and five after 22:00, so finishes at 23:00 or later go from about 39 to 59 a year each. Every closing shift is 30 to 60 minutes shorter, which softens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Right Away</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FR-24-F34s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ever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4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Right Away</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05m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9h 30m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Right Away?</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and puts the floor staff where the trains are</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Floor staff follow the trains — about half as far off as today on weekdays</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Every closing shift 30 to 60 minutes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trade-offs: 12 new shift times to learn, and more late finishes.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30–60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Never fewer than 3 on the floor (today 2)</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05m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12 new shift times; 5 of today’s stay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Longest shift 9h 30m (today 9h 10m)</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questions on new times and late finishes — the colleague deck answers both.</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Right Away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Right Away · FR-24-F34s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Right Away — the December 2026 CEA link, for managers</dc:title>
  <dc:subject>PptxGenJS Presentation</dc:subject>
  <dc:creator>PptxGenJS</dc:creator>
  <cp:lastModifiedBy>PptxGenJS</cp:lastModifiedBy>
  <cp:revision>1</cp:revision>
  <dcterms:created xsi:type="dcterms:W3CDTF">2026-09-30T09:27:00Z</dcterms:created>
  <dcterms:modified xsi:type="dcterms:W3CDTF">2026-09-30T09:27:00Z</dcterms:modified>
</cp:coreProperties>
</file>