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Right Away</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26.5</c:v>
                </c:pt>
                <c:pt idx="1">
                  <c:v>14.6</c:v>
                </c:pt>
                <c:pt idx="2">
                  <c:v>26.4</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cover weeks evenly spaced, and weekday closers starting at 15:45. Right Away meets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Right Away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This is what Right Away was built for: with the ticket office rostered in fixed pairs, every other duty was timed so the floor follows the trains. Against today’s link its score is about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42,000 minutes across the 20 working weeks — so no overtime is needed to balance the Monday-to-Saturday week. Individual weeks range from 24h 30m to 41h 50m; only the average is the contract, as today. Ask the room: are four cover weeks enough for leave and sickness in a 24-person link? Sunday is not contracted, so the ten Sunday duties are worked as rest-day overtime, exactly as today’s eight are. Cover weeks stay at four, which is a slightly smaller share of a longer link: worth deciding deliberately. The two extra Sunday overtime duties a week come from the Sunday staffing of ten, confirmed verbally, not from Right Away — any link that meets the rules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The longest shift, 9h 30m, is a Saturday early (07:15–16:45); no early runs past 10 hours, which is the ORR’s threshold, and every Sunday duty stays between 8 and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rule, and with the ticket office rostered in fixed pairs, every other duty was timed so the people on the floor follow the December trains through the day. The honest costs: five of today’s eighteen shift times stay and twelve are new, some earlies run longer (the longest is 9h 30m), and late finishes rise — the December staffing needs three to the close and five after 22:00, so finishes at 23:00 or later go from about 39 to 59 a year each. Every closing shift is 30 to 60 minutes shorter, which softens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fall from 219 to 217 a year (Monday to Saturday; Sunday is overtime). The late finishes average about 20 more a year each, one extra every two or three weeks. Only about six or seven of those come from the December staffing — three to the close, where today’s weekdays have two, spread over 24 people; the rest is how this design places its late shifts, so another link meeting the same rules could have fewer.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Right Away</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24 weeks · code FR-24-F34s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24</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 — 1 week in 6</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Four more people, the contract rostered exactly on average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05m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9h 30m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Right Away?</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It meets the brief and puts the floor staff where the trains are</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The floor follows the trains more closely — a weekday score about half of today’s</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 full weekend off one week in four — today one in five</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7</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closing shift 30 to 60 minutes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trade-offs: 12 new shift times to learn, and more late finishes.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 weekend off one week in four (today one in five)</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6 days in a row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30–60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least 3 rostered on the floor (today 2)</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05m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12 new shift times; 5 of today’s stay</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About one extra late finish every 2–3 weeks</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Longest shift 9h 30m (today 9h 10m)</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6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questions on new times and late finishes — the colleague deck answers both.</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(29 Sep 2026),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24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Four more than today.</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Right Away · FR-24-F34s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Right Away — the December 2026 CEA link, for managers</dc:title>
  <dc:subject>PptxGenJS Presentation</dc:subject>
  <dc:creator>PptxGenJS</dc:creator>
  <cp:lastModifiedBy>PptxGenJS</cp:lastModifiedBy>
  <cp:revision>1</cp:revision>
  <dcterms:created xsi:type="dcterms:W3CDTF">2026-09-30T09:27:00Z</dcterms:created>
  <dcterms:modified xsi:type="dcterms:W3CDTF">2026-09-30T09:27:00Z</dcterms:modified>
</cp:coreProperties>
</file>