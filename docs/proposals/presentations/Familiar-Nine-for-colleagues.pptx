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half the times already familiar.</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weekends,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