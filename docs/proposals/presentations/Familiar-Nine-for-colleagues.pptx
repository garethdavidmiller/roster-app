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is what this slide answers; overtime and premium duties vary person to person. The Saturday and Sunday counts are the link’s fixed duties and leave out anything later given in a cover week. 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14 on a Saturday where it can be,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mid-day shift</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all earlies or all lates, one shift time Mon–Fri</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2026-09-30T05:17:19Z</dcterms:created>
  <dcterms:modified xsi:type="dcterms:W3CDTF">2026-09-30T05:17:19Z</dcterms:modified>
</cp:coreProperties>
</file>