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was worked out from the rota itself, not typed in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Nine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new staffing levels, the 24 people and the Sunday cover are all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(8h10, not 8h40); Saturday 15:15 instead of 14:45 (8h40, not 9h10); Sunday 15:15 to 23:25 instead of 14:30 (8h10, not 8h55).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 has two and four, so more late finishes have to go somewhere. Spread over 24 people that is about 20 more a year each finishing at 23:00 or later. Early 06:20 starts hardly change. And because the shortest gap between two shifts is 14h20,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Nine of its fifteen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Familiar Nine gives 6 in 24 — one in four. Most weeks are now a single shift time all week,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but on average and at worst it is slightly better than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publishes a list of rota patterns that tend to tire people. Today’s link shows five of them;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ten-page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be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4 in 20</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only 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mostly times you already know.</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14 on duty every weekday and every Saturday, 10 on a Sunday.</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at work a week, not counting Sundays</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at work a year, not counting Sundays</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 after 32 days’ leave (standard CEA contract)</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187</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days at work a year.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Sunday overtime not counted; with it, about 1 fewer day a year.</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be paid less?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Your basic pay follows your contracted hours — and they do not change</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 basic pay stays the same, plus about four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Link averages, not a payslip: overtime and absence change what you earn.</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8h40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8h40</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8h55</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8h14</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Each person, averaged across the whole link.</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08:30–16:30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13:30–21:00 · 14:00–22:30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14:30–22:00 · 14:30–23:25</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200" b="1" dirty="0">
                <a:solidFill>
                  <a:srgbClr val="001E3C"/>
                </a:solidFill>
                <a:latin typeface="Inter" pitchFamily="34" charset="0"/>
                <a:ea typeface="Inter" pitchFamily="34" charset="-122"/>
                <a:cs typeface="Inter" pitchFamily="34" charset="-120"/>
              </a:rPr>
              <a:t>Weekdays</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07:00–16:00 — a new early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15:45–23:55 — the closer, 30 minutes later than 15:15</a:t>
            </a:r>
            <a:endParaRPr lang="en-US" sz="1200" dirty="0"/>
          </a:p>
          <a:p>
            <a:pPr indent="0" marL="0">
              <a:spcBef>
                <a:spcPts val="400"/>
              </a:spcBef>
              <a:spcAft>
                <a:spcPts val="100"/>
              </a:spcAft>
              <a:buNone/>
            </a:pPr>
            <a:r>
              <a:rPr lang="en-US" sz="1200" b="1" dirty="0">
                <a:solidFill>
                  <a:srgbClr val="001E3C"/>
                </a:solidFill>
                <a:latin typeface="Inter" pitchFamily="34" charset="0"/>
                <a:ea typeface="Inter" pitchFamily="34" charset="-122"/>
                <a:cs typeface="Inter" pitchFamily="34" charset="-120"/>
              </a:rPr>
              <a:t>Saturday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06:20–15:00 — ten minutes on from 06:20–14:50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07:30–16:30 — a new early</a:t>
            </a:r>
            <a:endParaRPr lang="en-US" sz="1200" dirty="0"/>
          </a:p>
          <a:p>
            <a:pPr indent="0" marL="0">
              <a:spcBef>
                <a:spcPts val="400"/>
              </a:spcBef>
              <a:spcAft>
                <a:spcPts val="100"/>
              </a:spcAft>
              <a:buNone/>
            </a:pPr>
            <a:r>
              <a:rPr lang="en-US" sz="1200" b="1" dirty="0">
                <a:solidFill>
                  <a:srgbClr val="001E3C"/>
                </a:solidFill>
                <a:latin typeface="Inter" pitchFamily="34" charset="0"/>
                <a:ea typeface="Inter" pitchFamily="34" charset="-122"/>
                <a:cs typeface="Inter" pitchFamily="34" charset="-120"/>
              </a:rPr>
              <a:t>Sunday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07:15–15:30 — the opener, 15 minutes shorter</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15:15–23:25 — the closer, 45 minutes later than 14:30</a:t>
            </a:r>
            <a:endParaRPr lang="en-US" sz="120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times to learn than today (15, not 18) —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shift time all week</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one Sunday every other working week, as today (about one more a year each).</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and no change to how Sundays work.</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colleagues around you</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and fewer tiring patterns in the rota</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Tiring patterns caused by the design (ORR list)</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none of the avoidable tiring patterns.</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Not counted: early starts and weekly rotation, which every link has. Not a risk assessment.</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the two fewer days a year.</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The average and the worst are both slightly better.</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Now evenly spaced — every sixth week (1, 7, 13, 19).</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Days at work a year, not counting Sundays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8h14 · 9h10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8h20 · 9h00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8h40 · 9h10 · 8h55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8h10 · 8h40 · 8h10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12h30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Tiring patterns caused by the design (ORR)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days, shorter closers, more weekends — and more colleagues on shift.</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4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2026-09-29T12:04:56Z</dcterms:created>
  <dcterms:modified xsi:type="dcterms:W3CDTF">2026-09-29T12:04:56Z</dcterms:modified>
</cp:coreProperties>
</file>