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was worked out from the rota itself, not typed in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Nine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new staffing levels, the 24 people and the Sunday cover are all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Familiar Nine. If asked: counting Sunday overtime too, it is about one fewer day a year rather than two. 32 days is the standard CEA contract.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(8h10, not 8h40); Saturday 15:15 instead of 14:45 (8h40, not 9h10); Sunday 15:15 to 23:25 instead of 14:30 (8h10, not 8h55). Be upfront about the six minutes on the average: that is what pays for working two fewer days a year. If asked: there is also a weekday 14:30–23:25, five a week — the same times as today’s Sunday closer, so it is not new, and it finishes half an hour before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 has two and four, so more late finishes have to go somewhere. Spread over 24 people that is about 20 more a year each finishing at 23:00 or later. Early 06:20 starts hardly change. And because the shortest gap between two shifts is 14h20,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Familiar Nine was built specifically to keep the times people already work wherever that cost little. Nine of its fifteen are worked today, and it uses fewer different times overall than today’s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Familiar Nine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Familiar Nine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Familiar Nine spreads rest days more evenly, so its best is 28. On average it is about the same, and at its worst it is never worse than today. Four full weeks off (Sunday to Saturday) takes 15 days of leave instead of 14.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five of them; Familiar Nine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nine-page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F9-24-K31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be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only 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mostly times you already know.</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14 on a Saturday and 10 on a Sunday, and more at the open and the close.</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 after 32 days’ annual leave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187</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days at work a year.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be paid less?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Your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8h40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8h40</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8h55</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9h00</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8h14</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06:20–13:35 · 06:20–14:20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08:30–16:30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13:30–21:00 · 14:00–22:30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14:30–22:00 · 14:30–23:25</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200" b="1" dirty="0">
                <a:solidFill>
                  <a:srgbClr val="001E3C"/>
                </a:solidFill>
                <a:latin typeface="Inter" pitchFamily="34" charset="0"/>
                <a:ea typeface="Inter" pitchFamily="34" charset="-122"/>
                <a:cs typeface="Inter" pitchFamily="34" charset="-120"/>
              </a:rPr>
              <a:t>Weekdays</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07:00–16:00 — a new early</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15:45–23:55 — the closer, 30 minutes later than 15:15</a:t>
            </a:r>
            <a:endParaRPr lang="en-US" sz="1200" dirty="0"/>
          </a:p>
          <a:p>
            <a:pPr indent="0" marL="0">
              <a:spcBef>
                <a:spcPts val="400"/>
              </a:spcBef>
              <a:spcAft>
                <a:spcPts val="100"/>
              </a:spcAft>
              <a:buNone/>
            </a:pPr>
            <a:r>
              <a:rPr lang="en-US" sz="1200" b="1" dirty="0">
                <a:solidFill>
                  <a:srgbClr val="001E3C"/>
                </a:solidFill>
                <a:latin typeface="Inter" pitchFamily="34" charset="0"/>
                <a:ea typeface="Inter" pitchFamily="34" charset="-122"/>
                <a:cs typeface="Inter" pitchFamily="34" charset="-120"/>
              </a:rPr>
              <a:t>Saturday</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06:20–15:00 — ten minutes on from 06:20–14:50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07:30–16:30 — a new early</a:t>
            </a:r>
            <a:endParaRPr lang="en-US" sz="1200" dirty="0"/>
          </a:p>
          <a:p>
            <a:pPr indent="0" marL="0">
              <a:spcBef>
                <a:spcPts val="400"/>
              </a:spcBef>
              <a:spcAft>
                <a:spcPts val="100"/>
              </a:spcAft>
              <a:buNone/>
            </a:pPr>
            <a:r>
              <a:rPr lang="en-US" sz="1200" b="1" dirty="0">
                <a:solidFill>
                  <a:srgbClr val="001E3C"/>
                </a:solidFill>
                <a:latin typeface="Inter" pitchFamily="34" charset="0"/>
                <a:ea typeface="Inter" pitchFamily="34" charset="-122"/>
                <a:cs typeface="Inter" pitchFamily="34" charset="-120"/>
              </a:rPr>
              <a:t>Sunday</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07:15–15:30 — the opener, 15 minutes shorter</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15:15–23:25 — the closer, 45 minutes later than 14:30</a:t>
            </a:r>
            <a:endParaRPr lang="en-US" sz="120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most new ones are a small nudge.</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shift time — all earlies or all lates</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today, which is the agreed practice.</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and no change to how Sundays work.</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with you, all 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station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tiring patterns in the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Never fewer than three on the floor, and none of the avoidable tiring patterns.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Most are within 10–30 minutes of a time we already work.</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the two fewer days a year.</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On average and at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cover weeks remain</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Now evenly spaced — every sixth week (1, 7, 13, 19).</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Familiar Nine,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Familiar Nine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8h14 · 9h10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8h20 · 9h00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8h40 · 9h10 · 8h55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8h10 · 8h40 · 8h10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12h30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tiring patterns in the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days, shorter closers, more weekends — and more colleagues on shift.</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4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Familiar Nine · F9-24-K31 · every figure worked out from the rota itself</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link</dc:title>
  <dc:subject>PptxGenJS Presentation</dc:subject>
  <dc:creator>PptxGenJS</dc:creator>
  <cp:lastModifiedBy>PptxGenJS</cp:lastModifiedBy>
  <cp:revision>1</cp:revision>
  <dcterms:created xsi:type="dcterms:W3CDTF">2026-09-29T14:23:25Z</dcterms:created>
  <dcterms:modified xsi:type="dcterms:W3CDTF">2026-09-29T14:23:25Z</dcterms:modified>
</cp:coreProperties>
</file>