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Eight of the sixteen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the 24 people and the Sunday cover are confirmed: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Familiar Nine. If asked: counting Sunday overtime too, it is about one fewer day a year rather than two.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six minutes on the average: that is what pays for working two fewer days a year. If asked: there is also a weekday 14:30–23:25, five a week — the same times as today’s Sunday closer, so it is not new, and it finishes half an hour before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December needs three on duty to the close and five still on at 22:00, where today’s weekdays have two and four, so more late finishes have to go somewhere. Spread over 24 people that is about 20 more a year each finishing at 23:00 or later.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Familiar Nine was built specifically to keep the times people already work wherever that cost little. Eight of its sixteen are worked today, and it uses fewer different times overall than today’s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Familiar Nine gives 6 in 24 — one in four. Most weeks now keep the same shift time Monday to Friday, and all earlies or all lates,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Familiar Nine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Familiar Nine spreads rest days more evenly, so its best is 28. On average it is about the same, and at its worst it is never worse than today. Four full weeks off (Sunday to Saturday) takes 15 days of leave instead of 14.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five of them; Familiar Nine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F9-24-K31s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be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one in four, not one in five</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16</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8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closing shifts, more weekends — and mostly times you already know.</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29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30552"/>
            <a:ext cx="256032" cy="256032"/>
          </a:xfrm>
          <a:prstGeom prst="rect">
            <a:avLst/>
          </a:prstGeom>
        </p:spPr>
      </p:pic>
      <p:sp>
        <p:nvSpPr>
          <p:cNvPr id="10" name="Text 6"/>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2688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788920"/>
            <a:ext cx="256032" cy="256032"/>
          </a:xfrm>
          <a:prstGeom prst="rect">
            <a:avLst/>
          </a:prstGeom>
        </p:spPr>
      </p:pic>
      <p:sp>
        <p:nvSpPr>
          <p:cNvPr id="14" name="Text 9"/>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346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447288"/>
            <a:ext cx="256032" cy="256032"/>
          </a:xfrm>
          <a:prstGeom prst="rect">
            <a:avLst/>
          </a:prstGeom>
        </p:spPr>
      </p:pic>
      <p:sp>
        <p:nvSpPr>
          <p:cNvPr id="18" name="Text 12"/>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days at work a year.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20m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December needs more people at the close — but every closing shift is shorter.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16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06:20–13:35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13:30–21:00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14:30–23:25 · 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(8)</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06:20–15:00 — ten minutes on from 06:20–14:50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07:30–16:30 — a new early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07:15–15:30 — the opener, 15 minutes shorter</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(16, not 18) — and most new ones are a small nudge.</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and will remain so.</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needed for four full weeks off</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4 days of leave, exactly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on duty with you, all 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station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Never fewer than three on the floor, and no avoidable fatigue warnings.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046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Eight new shift times to learn</a:t>
            </a:r>
            <a:endParaRPr lang="en-US" sz="1400" dirty="0"/>
          </a:p>
        </p:txBody>
      </p:sp>
      <p:sp>
        <p:nvSpPr>
          <p:cNvPr id="6" name="Text 4"/>
          <p:cNvSpPr txBox="1"/>
          <p:nvPr/>
        </p:nvSpPr>
        <p:spPr>
          <a:xfrm>
            <a:off x="64008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Most are within 10–30 minutes of a time we already work.</a:t>
            </a:r>
            <a:endParaRPr lang="en-US" sz="1250" dirty="0"/>
          </a:p>
        </p:txBody>
      </p:sp>
      <p:sp>
        <p:nvSpPr>
          <p:cNvPr id="7" name="Shape 5"/>
          <p:cNvSpPr/>
          <p:nvPr/>
        </p:nvSpPr>
        <p:spPr>
          <a:xfrm>
            <a:off x="4663440" y="1371600"/>
            <a:ext cx="4023360" cy="8046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9" name="Text 7"/>
          <p:cNvSpPr txBox="1"/>
          <p:nvPr/>
        </p:nvSpPr>
        <p:spPr>
          <a:xfrm>
            <a:off x="484632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That is what buys the two fewer days a year.</a:t>
            </a:r>
            <a:endParaRPr lang="en-US" sz="1250" dirty="0"/>
          </a:p>
        </p:txBody>
      </p:sp>
      <p:sp>
        <p:nvSpPr>
          <p:cNvPr id="10" name="Shape 8"/>
          <p:cNvSpPr/>
          <p:nvPr/>
        </p:nvSpPr>
        <p:spPr>
          <a:xfrm>
            <a:off x="457200" y="2286000"/>
            <a:ext cx="4023360" cy="8046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On average and at worst, about the same as today.</a:t>
            </a:r>
            <a:endParaRPr lang="en-US" sz="1250" dirty="0"/>
          </a:p>
        </p:txBody>
      </p:sp>
      <p:sp>
        <p:nvSpPr>
          <p:cNvPr id="13" name="Shape 11"/>
          <p:cNvSpPr/>
          <p:nvPr/>
        </p:nvSpPr>
        <p:spPr>
          <a:xfrm>
            <a:off x="4663440" y="2286000"/>
            <a:ext cx="4023360" cy="8046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cover weeks remain</a:t>
            </a:r>
            <a:endParaRPr lang="en-US" sz="1400" dirty="0"/>
          </a:p>
        </p:txBody>
      </p:sp>
      <p:sp>
        <p:nvSpPr>
          <p:cNvPr id="15" name="Text 13"/>
          <p:cNvSpPr txBox="1"/>
          <p:nvPr/>
        </p:nvSpPr>
        <p:spPr>
          <a:xfrm>
            <a:off x="484632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Now evenly spaced — every sixth week (1, 7, 13, 19).</a:t>
            </a:r>
            <a:endParaRPr lang="en-US" sz="1250" dirty="0"/>
          </a:p>
        </p:txBody>
      </p:sp>
      <p:sp>
        <p:nvSpPr>
          <p:cNvPr id="16" name="Shape 14"/>
          <p:cNvSpPr/>
          <p:nvPr/>
        </p:nvSpPr>
        <p:spPr>
          <a:xfrm>
            <a:off x="457200" y="3200400"/>
            <a:ext cx="4023360" cy="8046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against 39 today.</a:t>
            </a:r>
            <a:endParaRPr lang="en-US" sz="1250" dirty="0"/>
          </a:p>
        </p:txBody>
      </p:sp>
      <p:sp>
        <p:nvSpPr>
          <p:cNvPr id="19" name="Shape 17"/>
          <p:cNvSpPr/>
          <p:nvPr/>
        </p:nvSpPr>
        <p:spPr>
          <a:xfrm>
            <a:off x="4663440" y="3200400"/>
            <a:ext cx="4023360" cy="8046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Familiar Nine,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Familiar Nine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20m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 (one in five)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 (one in four)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16 (8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days, shorter closers, more weekends — and more colleagues on shift.</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Familiar Nine · F9-24-K31s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link</dc:title>
  <dc:subject>PptxGenJS Presentation</dc:subject>
  <dc:creator>PptxGenJS</dc:creator>
  <cp:lastModifiedBy>PptxGenJS</cp:lastModifiedBy>
  <cp:revision>1</cp:revision>
  <dcterms:created xsi:type="dcterms:W3CDTF">2026-09-30T08:58:01Z</dcterms:created>
  <dcterms:modified xsi:type="dcterms:W3CDTF">2026-09-30T08:58:01Z</dcterms:modified>
</cp:coreProperties>
</file>