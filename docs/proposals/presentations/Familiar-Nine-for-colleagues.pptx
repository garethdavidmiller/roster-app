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today’s weekdays have two and four, so more late finishes have to go somewhere. Spread over 24 people that is about 20 more a year each finishing at 23:00 or later.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2026-09-30T09:02:56Z</dcterms:created>
  <dcterms:modified xsi:type="dcterms:W3CDTF">2026-09-30T09:02:56Z</dcterms:modified>
</cp:coreProperties>
</file>