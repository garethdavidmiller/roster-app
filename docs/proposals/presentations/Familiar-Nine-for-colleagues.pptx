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 though each person works about four more Saturdays a year. Eight of the sixteen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were confirmed verbally on 29 September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About 20 more a year each finish at 23:00 or later. Only part of that is the December rules: three on duty to the close every day, where today’s weekdays have two, adds about six or seven a year each once it is spread over 24 people. The rest comes from how this design places its late shifts, not from the rules, so it is a fair question to ask.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Eight of its sixteen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16</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8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full weekends off — and half the times already familiar.</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contracted days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late finishes, only partly from the December rules — but every closing shift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16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13:30–21:00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14:30–23:25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(8)</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ten minutes on from 06:20–14:50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07:30–16:30 — a new early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07:15–15:30 — the opener, 15 minutes shorter</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(16,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Eight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two fewer contracted days.</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Average and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on the fixed rota,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16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contracted days, shorter closers, more full weekends off, more colleagues.</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