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was worked out from the rota itself, not typed in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Eight of the sixteen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new staffing levels, the 24 people and the Sunday cover are all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Familiar Nine.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is what this slide answers; overtime and premium duties vary person to person. The Saturday and Sunday counts are the link’s fixed duties and leave out anything later given in a cover week. Basic pay follows the 35-hour week, which does not change.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(8h10, not 8h40); Saturday 15:15 instead of 14:45 (8h40, not 9h10); Sunday 15:15 to 23:25 instead of 14:30 (8h10, not 8h55). Be upfront about the six minutes on the average: that is what pays for working two fewer days a year. If asked: there is also a weekday 14:30–23:25, five a week — the same times as today’s Sunday closer, so it is not new, and it finishes half an hour before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 has two and four, so more late finishes have to go somewhere. Spread over 24 people that is about 20 more a year each finishing at 23:00 or later. Early 06:20 starts hardly change. And because the shortest gap between two shifts is 14h20,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Nine was built specifically to keep the times people already work wherever that cost little. Eight of its sixteen are worked today, and it uses fewer different times overall than today’s eighteen.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Familiar Nine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Familiar Nine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Familiar Nine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publishes a list of rota patterns that tend to tire people. Today’s link shows five of them; Familiar Nine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F9-24-K31s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8 of 16</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8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mostly times you already know.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14 on a Saturday and 10 on a Sunday, and more at the open and the close.</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8h40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8h40</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8h55</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8h10</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9h10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9h00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8h14</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16 shift times in all — 8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(8)</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06:20–13:35 · 06:20–14:20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13:30–21:00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342900" indent="-3429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14:30–23:25 · 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(8)</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06:20–15:00 — ten minutes on from 06:20–14:50</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07:30–16:30 — a new early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07:15–15:30 — the opener, 15 minutes shorter</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mid-day shift</a:t>
            </a:r>
            <a:endParaRPr lang="en-US" sz="1050" dirty="0"/>
          </a:p>
          <a:p>
            <a:pPr marL="342900" indent="-3429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(16, not 18) — and most new ones are a small nudge.</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12h30</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14h20</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the same shift time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and no change to how Sundays work.</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tiring patterns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none of the avoidable tiring patterns.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Eight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Most are within 10–30 minutes of a time we already work.</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On average and at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cover weeks remain</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Now evenly spaced — every sixth week (1, 7, 13, 19).</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Familiar Nine,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Familiar Nine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8h14 · 9h10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8h20 · 9h00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8h40 · 9h10 · 8h55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8h10 · 8h40 · 8h10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12h30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16 (8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tiring patterns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Familiar Nine · F9-24-K31s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link</dc:title>
  <dc:subject>PptxGenJS Presentation</dc:subject>
  <dc:creator>PptxGenJS</dc:creator>
  <cp:lastModifiedBy>PptxGenJS</cp:lastModifiedBy>
  <cp:revision>1</cp:revision>
  <dcterms:created xsi:type="dcterms:W3CDTF">2026-09-29T18:55:35Z</dcterms:created>
  <dcterms:modified xsi:type="dcterms:W3CDTF">2026-09-29T18:55:35Z</dcterms:modified>
</cp:coreProperties>
</file>