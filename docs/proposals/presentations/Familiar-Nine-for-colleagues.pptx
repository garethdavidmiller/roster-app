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Eight of the sixteen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are confirmed: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today’s weekdays have two and four, so more late finishes have to go somewhere. Spread over 24 people that is about 20 more a year each finishing at 23:00 or later.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Eight of its sixteen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16</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8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half the times already familiar.</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contracted days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16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13:30–21:00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14:30–23:25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(8)</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ten minutes on from 06:20–14:50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07:30–16:30 — a new early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07:15–15:30 — the opener, 15 minutes shorter</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(16,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Eight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two fewer contracted days.</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Average and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16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contracted days, shorter closers, more weekends, more colleagues.</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