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32 days is the standard CEA contract.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Nine of its fifteen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publishes a list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ten-page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only 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14 on a Saturday and 10 on a Sunday, and more at the open and the close.</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 after 32 days’ annual leave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187</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be paid less?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Your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08:30–16:30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13:30–21:00 · 14:00–22:30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14:30–23:25</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200" b="1" dirty="0">
                <a:solidFill>
                  <a:srgbClr val="001E3C"/>
                </a:solidFill>
                <a:latin typeface="Inter" pitchFamily="34" charset="0"/>
                <a:ea typeface="Inter" pitchFamily="34" charset="-122"/>
                <a:cs typeface="Inter" pitchFamily="34" charset="-120"/>
              </a:rPr>
              <a:t>Weekdays</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07:00–16:00 — a new early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15:45–23:55 — the closer, 30 minutes later than 15:15</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Saturday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06:20–15:00 — ten minutes on from 06:20–14:50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07:30–16:30 — a new early</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Sunday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07:15–15:30 — the opener, 15 minutes shorter</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15:15–23:25 — the closer, 45 minutes later than 14:30</a:t>
            </a:r>
            <a:endParaRPr lang="en-US" sz="120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the same shift time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tiring patterns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tiring patterns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4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2026-09-29T12:51:18Z</dcterms:created>
  <dcterms:modified xsi:type="dcterms:W3CDTF">2026-09-29T12:51:18Z</dcterms:modified>
</cp:coreProperties>
</file>