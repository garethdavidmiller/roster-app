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Eight of the sixteen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are confirmed: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is what this slide answers; overtime and premium duties vary person to person. The Saturday and Sunday counts are the link’s fixed duties and leave out anything later given in a cover week. Basic pay follows the 35-hour week, which does not change.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 has two and four, so more late finishes have to go somewhere. Spread over 24 people that is about 20 more a year each finishing at 23:00 or later.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Eight of its sixteen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16</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8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16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13:30–21:00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14:30–23:25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(8)</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ten minutes on from 06:20–14:50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07:30–16:30 — a new early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07:15–15:30 — the opener, 15 minutes shorter</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mid-day shift</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(16,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 avoidable fatigue warnings.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Eight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On average and at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Now 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16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2026-09-30T08:39:47Z</dcterms:created>
  <dcterms:modified xsi:type="dcterms:W3CDTF">2026-09-30T08:39:47Z</dcterms:modified>
</cp:coreProperties>
</file>