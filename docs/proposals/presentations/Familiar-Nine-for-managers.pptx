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Familiar Nine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Familiar Nine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45m;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Sunday staffing of ten, confirmed verbally,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Eight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average about 20 more a year each, one extra every two or three weeks. Only about six or seven of those come from the December staffing — three to the close, where today’s weekdays have two, spread over 24 people; the rest is how this design places its late shifts, so another link meeting the same rules could have fewer.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while keeping 8 of its 16 shift times familiar</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