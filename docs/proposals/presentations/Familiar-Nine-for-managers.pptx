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within the contract, with no avoidable fatigue warnings.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rest and run limits met with room to spare, and no avoidable fatigue warnings.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2026-09-30T08:40:16Z</dcterms:created>
  <dcterms:modified xsi:type="dcterms:W3CDTF">2026-09-30T08:40:16Z</dcterms:modified>
</cp:coreProperties>
</file>