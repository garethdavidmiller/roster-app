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Familiar Nine</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27.7</c:v>
                </c:pt>
                <c:pt idx="1">
                  <c:v>15</c:v>
                </c:pt>
                <c:pt idx="2">
                  <c:v>26.4</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cover weeks evenly spaced, and weekday closers starting at 15:45. Familiar Nine meets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Familiar Nine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42,000 minutes across the 20 working weeks — so no overtime is needed to balance the Monday-to-Saturday week. Individual weeks range from 24h 30m to 41h 45m; only the average is the contract, as today. Ask the room: are four cover weeks enough for leave and sickness in a 24-person link? Sunday is not contracted, so the ten Sunday duties are worked as rest-day overtime, exactly as today’s eight are. Cover weeks stay at four, which is a slightly smaller share of a longer link: worth deciding deliberately. The two extra Sunday overtime duties a week come from the confirmed Sunday staffing of ten, not from Familiar Nine — any link that meets the rules needs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it was built to keep the shift times people already work wherever that cost little — eight of its sixteen are worked today. The honest cost is late finishes: the December staffing needs three to the close and five after 22:00, so finishes at 23:00 or later go from about 39 to 59 a year each. Every closing shift is 30 to 45 minutes shorter, which softens it. Eight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fall from 219 to 217 a year (Monday to Saturday; Sunday is overtime). The late finishes come from the December staffing — three to the close and five after 22:00, where today’s weekdays have two and four — so any link that meets the rules will have more of them; they average about 20 more a year each, one extra every two or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24 weeks · code F9-24-K31s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paid exactly</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5</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24</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on weekdays, Saturday and Sunday.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 — 1 week in 6</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Four more people, the contract paid exactly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Familiar Nine?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It meets the brief while keeping 8 of its 16 shift times familiar</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 full weekend off one week in four — today one in five</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6 days in a row — today 9</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its 16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 in the fixed rota</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more late finishes — about one extra each every two or three weeks.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 weekend off one week in four (today one in five)</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6 days in a row (today 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8 of the 16 shift times already worked</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20m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About one extra late finish every 2–3 weeks</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8 new shift times to learn</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6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24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Four more than today.</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Familiar Nine · F9-24-K31s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