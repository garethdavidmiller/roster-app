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while keeping 8 of its 16 shift times familiar</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