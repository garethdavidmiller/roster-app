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Familiar Nine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27.7</c:v>
                </c:pt>
                <c:pt idx="1">
                  <c:v>15</c:v>
                </c:pt>
                <c:pt idx="2">
                  <c:v>31.3</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ten-page proposal sheet, and every number here was worked out from the rota by the Marylebone Roster app, not typed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eleven rules are the December 2026 staffing levels, as confirmed: at least four at the open, three to the close, five after 22:00, 14 on a Saturday and 10 on a Sunday, four evenly spaced cover weeks, the ticket office in fixed pairs, 15:45 weekday closers, two on the floor at all times, handovers, 8–9 hour Sundays and no more shift times than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11 December rules; Familiar Nine meets all 11.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movements. 0 would be a perfect match. It is a guide to shape, not a staffing requirement — the rules on the previous slide are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working week pays exactly 35 hours Monday to Saturday — 42,000 minutes across the link — so no overtime is built into the rota. Sunday is not contracted, so the ten Sunday duties are worked as rest-day overtime, exactly as today’s eight are. Cover weeks stay at four, which is a slightly smaller share of a longer link: worth deciding deliberately. The two extra Sunday overtime duties a week come from the confirmed Sunday staffing of ten, not from Familiar Nine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it was built to keep the shift times people already work wherever that cost little — nine of its fifteen are worked today. The honest cost is late finishes: the December staffing needs three to the close and five after 22:00, so finishes at 23:00 or later go from about 39 to 59 a year each. Every closing shift is 30 to 45 minutes shorter, which softens it.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come from the December staffing — three to the close and five after 22:00, where today has two and four — so any link that meets the rules will have more of them; they average about 20 more a year each, one extra every two or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F9-24-K31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11 of 11</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staffing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paid exactly</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no overtime built in</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patterns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5</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staffing level met, within the contract, with no avoidable fatigue patterns.</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Staff are where the trains are — much closer to the December pattern, every 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paid exactly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patterns (ORR list)</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 source to confirm)</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two shifts (at least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9h00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limit met with room to spare, and no avoidable fatigue patterns.</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Familiar Nine?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and keeps as much of today as it can</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11 December staffing rules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9</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its 15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patterns</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more late finishes — about one extra each every two or three weeks.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9)</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14h20 (today 12h30)</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Staffing levels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eleven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worked as overtime, as today.</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Each staffing rule and each ORR factor, checked</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ten-page proposal sheet · Familiar Nine · F9-24-K31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CEA link, for managers</dc:title>
  <dc:subject>PptxGenJS Presentation</dc:subject>
  <dc:creator>PptxGenJS</dc:creator>
  <cp:lastModifiedBy>PptxGenJS</cp:lastModifiedBy>
  <cp:revision>1</cp:revision>
  <dcterms:created xsi:type="dcterms:W3CDTF">2026-09-29T12:07:21Z</dcterms:created>
  <dcterms:modified xsi:type="dcterms:W3CDTF">2026-09-29T12:07:21Z</dcterms:modified>
</cp:coreProperties>
</file>