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was worked out from the rota by the Marylebone Roster app,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Familiar Nine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Familiar Nine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movements.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45m;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eight of its sixteen are worked today. The honest cost is late finishes: the December staffing needs three to the close and five after 22:00, so finishes at 23:00 or later go from about 39 to 59 a year each. Every closing shift is 30 to 45 minutes shorter, which softens it. Eight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 has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staffing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staffing level met, within the contract, with no avoidable fatigue warnings.</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Staff are where the trains are — much closer to the December pattern, every 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(ORR + industry)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 source to confirm)</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two shifts (at least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limit met with room to spare, and no avoidable fatigue warnings.</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keeps as much of today as it can</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staffing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16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of the 16 shift times already worked</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14h20 (today 12h30)</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new shift times to learn</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worked as overtime, as today.</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Each staffing rule and each ORR factor, checked</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2026-09-30T05:17:20Z</dcterms:created>
  <dcterms:modified xsi:type="dcterms:W3CDTF">2026-09-30T05:17:20Z</dcterms:modified>
</cp:coreProperties>
</file>