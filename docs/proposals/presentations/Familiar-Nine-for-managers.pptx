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31.3</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was worked out from the rota by the Marylebone Roster app,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rules are the December 2026 staffing levels, as confirmed: at least four at the open, three to the close, five after 22:00, 14 on a Saturday and 10 on a Sunday, four evenly spaced cover weeks, the ticket office in fixed pairs, 15:45 weekday closers, two on the floor at all times, handovers, 8–9 hour Sundays and no more shift times than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11 December rules; Familiar Nine meets all 11.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movements.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working week pays exactly 35 hours Monday to Saturday — 42,000 minutes across the link — so no overtime is built into the rota.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nine of its fifteen are worked today. The honest cost is late finishes: the December staffing needs three to the close and five after 22:00, so finishes at 23:00 or later go from about 39 to 59 a year each. Every closing shift is 30 to 45 minutes shorter, which softens it.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 has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11 of 11</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staffing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no overtime built in</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patterns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staffing level met, within the contract, with no avoidable fatigue patterns.</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Staff are where the trains are — much closer to the December pattern, every 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patterns (ORR list)</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 source to confirm)</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two shifts (at least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limit met with room to spare, and no avoidable fatigue patterns.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keeps as much of today as it can</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11 December staffing rules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patterns</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14h20 (today 12h30)</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Staffing levels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eleven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Each staffing rule and each ORR factor, checked</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2026-09-29T14:48:26Z</dcterms:created>
  <dcterms:modified xsi:type="dcterms:W3CDTF">2026-09-29T14:48:26Z</dcterms:modified>
</cp:coreProperties>
</file>